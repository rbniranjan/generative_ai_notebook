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6"/>
    <p:restoredTop sz="94690"/>
  </p:normalViewPr>
  <p:slideViewPr>
    <p:cSldViewPr snapToGrid="0" snapToObjects="1">
      <p:cViewPr varScale="1">
        <p:scale>
          <a:sx n="117" d="100"/>
          <a:sy n="117" d="100"/>
        </p:scale>
        <p:origin x="168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9121ED-DC12-4EC3-B1D8-5C6E1493B99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08592A3-2E90-4AA9-AF77-F7DB398D16CB}">
      <dgm:prSet/>
      <dgm:spPr/>
      <dgm:t>
        <a:bodyPr/>
        <a:lstStyle/>
        <a:p>
          <a:r>
            <a:rPr lang="en-US" b="1"/>
            <a:t>Policy &amp; Claims Copilot</a:t>
          </a:r>
          <a:endParaRPr lang="en-US"/>
        </a:p>
      </dgm:t>
    </dgm:pt>
    <dgm:pt modelId="{3508F7D7-85B2-47A1-96A8-3EAA43F10495}" type="parTrans" cxnId="{955160E0-507A-472B-A142-CAA09E8DC7BF}">
      <dgm:prSet/>
      <dgm:spPr/>
      <dgm:t>
        <a:bodyPr/>
        <a:lstStyle/>
        <a:p>
          <a:endParaRPr lang="en-US"/>
        </a:p>
      </dgm:t>
    </dgm:pt>
    <dgm:pt modelId="{CF2B6680-27D8-40CD-A44B-A4FFDF2DA64D}" type="sibTrans" cxnId="{955160E0-507A-472B-A142-CAA09E8DC7BF}">
      <dgm:prSet/>
      <dgm:spPr/>
      <dgm:t>
        <a:bodyPr/>
        <a:lstStyle/>
        <a:p>
          <a:endParaRPr lang="en-US"/>
        </a:p>
      </dgm:t>
    </dgm:pt>
    <dgm:pt modelId="{FD50816F-15F3-43C7-AD70-449C8579E811}">
      <dgm:prSet/>
      <dgm:spPr/>
      <dgm:t>
        <a:bodyPr/>
        <a:lstStyle/>
        <a:p>
          <a:r>
            <a:rPr lang="en-US"/>
            <a:t>Grounded AI assistant for policy understanding and claim readiness.</a:t>
          </a:r>
        </a:p>
      </dgm:t>
    </dgm:pt>
    <dgm:pt modelId="{049B52E0-6E9A-4519-B468-29294DF280AB}" type="parTrans" cxnId="{CCC2C433-EBCE-4D21-AE4A-E0FB06B02B02}">
      <dgm:prSet/>
      <dgm:spPr/>
      <dgm:t>
        <a:bodyPr/>
        <a:lstStyle/>
        <a:p>
          <a:endParaRPr lang="en-US"/>
        </a:p>
      </dgm:t>
    </dgm:pt>
    <dgm:pt modelId="{97549522-06CF-45B4-A0EC-08ED3F31D246}" type="sibTrans" cxnId="{CCC2C433-EBCE-4D21-AE4A-E0FB06B02B02}">
      <dgm:prSet/>
      <dgm:spPr/>
      <dgm:t>
        <a:bodyPr/>
        <a:lstStyle/>
        <a:p>
          <a:endParaRPr lang="en-US"/>
        </a:p>
      </dgm:t>
    </dgm:pt>
    <dgm:pt modelId="{BEA8B7B4-47C2-42D3-8855-D9318A62FAD4}">
      <dgm:prSet/>
      <dgm:spPr/>
      <dgm:t>
        <a:bodyPr/>
        <a:lstStyle/>
        <a:p>
          <a:r>
            <a:rPr lang="en-US" b="1"/>
            <a:t>Use Case</a:t>
          </a:r>
          <a:endParaRPr lang="en-US"/>
        </a:p>
      </dgm:t>
    </dgm:pt>
    <dgm:pt modelId="{2D785AC8-0A1A-4F7B-A16F-1E3DC6A71E2B}" type="parTrans" cxnId="{A19FB3A3-BA02-4116-B9CC-F48955C6AE28}">
      <dgm:prSet/>
      <dgm:spPr/>
      <dgm:t>
        <a:bodyPr/>
        <a:lstStyle/>
        <a:p>
          <a:endParaRPr lang="en-US"/>
        </a:p>
      </dgm:t>
    </dgm:pt>
    <dgm:pt modelId="{E4243114-2968-43D8-A915-C34F3C5441E5}" type="sibTrans" cxnId="{A19FB3A3-BA02-4116-B9CC-F48955C6AE28}">
      <dgm:prSet/>
      <dgm:spPr/>
      <dgm:t>
        <a:bodyPr/>
        <a:lstStyle/>
        <a:p>
          <a:endParaRPr lang="en-US"/>
        </a:p>
      </dgm:t>
    </dgm:pt>
    <dgm:pt modelId="{2436F14D-ED27-45A9-BB6C-B2D85BD3AE98}">
      <dgm:prSet/>
      <dgm:spPr/>
      <dgm:t>
        <a:bodyPr/>
        <a:lstStyle/>
        <a:p>
          <a:r>
            <a:rPr lang="en-US"/>
            <a:t>Customer support automation and claim pre‑check guidance.</a:t>
          </a:r>
        </a:p>
      </dgm:t>
    </dgm:pt>
    <dgm:pt modelId="{DC79D3A1-DE73-4CE5-BE78-2D76157FC65B}" type="parTrans" cxnId="{21D36C26-5746-452E-91B2-B9BD7E973546}">
      <dgm:prSet/>
      <dgm:spPr/>
      <dgm:t>
        <a:bodyPr/>
        <a:lstStyle/>
        <a:p>
          <a:endParaRPr lang="en-US"/>
        </a:p>
      </dgm:t>
    </dgm:pt>
    <dgm:pt modelId="{84AA91AD-4822-47B0-BA36-C9630A7A2DD6}" type="sibTrans" cxnId="{21D36C26-5746-452E-91B2-B9BD7E973546}">
      <dgm:prSet/>
      <dgm:spPr/>
      <dgm:t>
        <a:bodyPr/>
        <a:lstStyle/>
        <a:p>
          <a:endParaRPr lang="en-US"/>
        </a:p>
      </dgm:t>
    </dgm:pt>
    <dgm:pt modelId="{5C808235-2451-6842-A8F5-C77D333000C7}" type="pres">
      <dgm:prSet presAssocID="{E69121ED-DC12-4EC3-B1D8-5C6E1493B99A}" presName="linear" presStyleCnt="0">
        <dgm:presLayoutVars>
          <dgm:animLvl val="lvl"/>
          <dgm:resizeHandles val="exact"/>
        </dgm:presLayoutVars>
      </dgm:prSet>
      <dgm:spPr/>
    </dgm:pt>
    <dgm:pt modelId="{4F1FEB0A-C6AC-0443-A023-3F78FC0A5096}" type="pres">
      <dgm:prSet presAssocID="{308592A3-2E90-4AA9-AF77-F7DB398D16C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898E33C-5FD6-EC43-A0E9-84648ECD579D}" type="pres">
      <dgm:prSet presAssocID="{308592A3-2E90-4AA9-AF77-F7DB398D16CB}" presName="childText" presStyleLbl="revTx" presStyleIdx="0" presStyleCnt="2">
        <dgm:presLayoutVars>
          <dgm:bulletEnabled val="1"/>
        </dgm:presLayoutVars>
      </dgm:prSet>
      <dgm:spPr/>
    </dgm:pt>
    <dgm:pt modelId="{7996F399-662D-2F4B-8449-3501E0823B60}" type="pres">
      <dgm:prSet presAssocID="{BEA8B7B4-47C2-42D3-8855-D9318A62FAD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FB2550E-117D-3C4B-8F0E-455A7320FE12}" type="pres">
      <dgm:prSet presAssocID="{BEA8B7B4-47C2-42D3-8855-D9318A62FAD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1D36C26-5746-452E-91B2-B9BD7E973546}" srcId="{BEA8B7B4-47C2-42D3-8855-D9318A62FAD4}" destId="{2436F14D-ED27-45A9-BB6C-B2D85BD3AE98}" srcOrd="0" destOrd="0" parTransId="{DC79D3A1-DE73-4CE5-BE78-2D76157FC65B}" sibTransId="{84AA91AD-4822-47B0-BA36-C9630A7A2DD6}"/>
    <dgm:cxn modelId="{F404BC30-C42F-6141-A25E-2DAA774A67E1}" type="presOf" srcId="{2436F14D-ED27-45A9-BB6C-B2D85BD3AE98}" destId="{BFB2550E-117D-3C4B-8F0E-455A7320FE12}" srcOrd="0" destOrd="0" presId="urn:microsoft.com/office/officeart/2005/8/layout/vList2"/>
    <dgm:cxn modelId="{CCC2C433-EBCE-4D21-AE4A-E0FB06B02B02}" srcId="{308592A3-2E90-4AA9-AF77-F7DB398D16CB}" destId="{FD50816F-15F3-43C7-AD70-449C8579E811}" srcOrd="0" destOrd="0" parTransId="{049B52E0-6E9A-4519-B468-29294DF280AB}" sibTransId="{97549522-06CF-45B4-A0EC-08ED3F31D246}"/>
    <dgm:cxn modelId="{F4ADD93D-1125-DC4C-A27E-A074245CB7A0}" type="presOf" srcId="{FD50816F-15F3-43C7-AD70-449C8579E811}" destId="{4898E33C-5FD6-EC43-A0E9-84648ECD579D}" srcOrd="0" destOrd="0" presId="urn:microsoft.com/office/officeart/2005/8/layout/vList2"/>
    <dgm:cxn modelId="{A19FB3A3-BA02-4116-B9CC-F48955C6AE28}" srcId="{E69121ED-DC12-4EC3-B1D8-5C6E1493B99A}" destId="{BEA8B7B4-47C2-42D3-8855-D9318A62FAD4}" srcOrd="1" destOrd="0" parTransId="{2D785AC8-0A1A-4F7B-A16F-1E3DC6A71E2B}" sibTransId="{E4243114-2968-43D8-A915-C34F3C5441E5}"/>
    <dgm:cxn modelId="{515A3AB1-F5F6-774E-A83F-677E5D525FEA}" type="presOf" srcId="{308592A3-2E90-4AA9-AF77-F7DB398D16CB}" destId="{4F1FEB0A-C6AC-0443-A023-3F78FC0A5096}" srcOrd="0" destOrd="0" presId="urn:microsoft.com/office/officeart/2005/8/layout/vList2"/>
    <dgm:cxn modelId="{E1B03DC3-0980-0644-B81E-6C2737D0FD2F}" type="presOf" srcId="{E69121ED-DC12-4EC3-B1D8-5C6E1493B99A}" destId="{5C808235-2451-6842-A8F5-C77D333000C7}" srcOrd="0" destOrd="0" presId="urn:microsoft.com/office/officeart/2005/8/layout/vList2"/>
    <dgm:cxn modelId="{925F7ED8-E401-FF4A-BA41-3692B5E6743B}" type="presOf" srcId="{BEA8B7B4-47C2-42D3-8855-D9318A62FAD4}" destId="{7996F399-662D-2F4B-8449-3501E0823B60}" srcOrd="0" destOrd="0" presId="urn:microsoft.com/office/officeart/2005/8/layout/vList2"/>
    <dgm:cxn modelId="{955160E0-507A-472B-A142-CAA09E8DC7BF}" srcId="{E69121ED-DC12-4EC3-B1D8-5C6E1493B99A}" destId="{308592A3-2E90-4AA9-AF77-F7DB398D16CB}" srcOrd="0" destOrd="0" parTransId="{3508F7D7-85B2-47A1-96A8-3EAA43F10495}" sibTransId="{CF2B6680-27D8-40CD-A44B-A4FFDF2DA64D}"/>
    <dgm:cxn modelId="{E5785434-009E-0645-B19E-686091348E01}" type="presParOf" srcId="{5C808235-2451-6842-A8F5-C77D333000C7}" destId="{4F1FEB0A-C6AC-0443-A023-3F78FC0A5096}" srcOrd="0" destOrd="0" presId="urn:microsoft.com/office/officeart/2005/8/layout/vList2"/>
    <dgm:cxn modelId="{F643AE4C-1228-9948-BE78-B087B64129A2}" type="presParOf" srcId="{5C808235-2451-6842-A8F5-C77D333000C7}" destId="{4898E33C-5FD6-EC43-A0E9-84648ECD579D}" srcOrd="1" destOrd="0" presId="urn:microsoft.com/office/officeart/2005/8/layout/vList2"/>
    <dgm:cxn modelId="{D392279B-9C6C-B74C-9227-44BAC260416A}" type="presParOf" srcId="{5C808235-2451-6842-A8F5-C77D333000C7}" destId="{7996F399-662D-2F4B-8449-3501E0823B60}" srcOrd="2" destOrd="0" presId="urn:microsoft.com/office/officeart/2005/8/layout/vList2"/>
    <dgm:cxn modelId="{623292C2-004F-584F-94A1-189E997104F8}" type="presParOf" srcId="{5C808235-2451-6842-A8F5-C77D333000C7}" destId="{BFB2550E-117D-3C4B-8F0E-455A7320FE1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0894B3-FBE0-446D-BCAB-06DD6ED6D3E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166FF8-E32E-4396-BD73-09579050D128}">
      <dgm:prSet/>
      <dgm:spPr/>
      <dgm:t>
        <a:bodyPr/>
        <a:lstStyle/>
        <a:p>
          <a:r>
            <a:rPr lang="en-US" b="1"/>
            <a:t>Coverage Confusion</a:t>
          </a:r>
          <a:endParaRPr lang="en-US"/>
        </a:p>
      </dgm:t>
    </dgm:pt>
    <dgm:pt modelId="{3B29869C-D52C-49BA-96A3-E95E254652E1}" type="parTrans" cxnId="{F2658351-E979-4C0D-9D1D-714DB7CC419F}">
      <dgm:prSet/>
      <dgm:spPr/>
      <dgm:t>
        <a:bodyPr/>
        <a:lstStyle/>
        <a:p>
          <a:endParaRPr lang="en-US"/>
        </a:p>
      </dgm:t>
    </dgm:pt>
    <dgm:pt modelId="{62C6E3E9-2C15-4406-8BED-1CD4A405A821}" type="sibTrans" cxnId="{F2658351-E979-4C0D-9D1D-714DB7CC419F}">
      <dgm:prSet/>
      <dgm:spPr/>
      <dgm:t>
        <a:bodyPr/>
        <a:lstStyle/>
        <a:p>
          <a:endParaRPr lang="en-US"/>
        </a:p>
      </dgm:t>
    </dgm:pt>
    <dgm:pt modelId="{515AF873-B4EE-452E-A535-E3CEE2C875F2}">
      <dgm:prSet/>
      <dgm:spPr/>
      <dgm:t>
        <a:bodyPr/>
        <a:lstStyle/>
        <a:p>
          <a:r>
            <a:rPr lang="en-US"/>
            <a:t>Customers struggle to interpret what is covered or excluded.</a:t>
          </a:r>
        </a:p>
      </dgm:t>
    </dgm:pt>
    <dgm:pt modelId="{E1D5DF9C-35BB-4572-8035-B2221EBB346C}" type="parTrans" cxnId="{B4B5EBE6-527C-4B0F-84F3-02904FA5A254}">
      <dgm:prSet/>
      <dgm:spPr/>
      <dgm:t>
        <a:bodyPr/>
        <a:lstStyle/>
        <a:p>
          <a:endParaRPr lang="en-US"/>
        </a:p>
      </dgm:t>
    </dgm:pt>
    <dgm:pt modelId="{4C233844-7F88-4460-A886-8592B497EB59}" type="sibTrans" cxnId="{B4B5EBE6-527C-4B0F-84F3-02904FA5A254}">
      <dgm:prSet/>
      <dgm:spPr/>
      <dgm:t>
        <a:bodyPr/>
        <a:lstStyle/>
        <a:p>
          <a:endParaRPr lang="en-US"/>
        </a:p>
      </dgm:t>
    </dgm:pt>
    <dgm:pt modelId="{C7B468F5-E2FF-42B9-99D5-DA40911BA250}">
      <dgm:prSet/>
      <dgm:spPr/>
      <dgm:t>
        <a:bodyPr/>
        <a:lstStyle/>
        <a:p>
          <a:r>
            <a:rPr lang="en-US" b="1"/>
            <a:t>Waiting Period Complexity</a:t>
          </a:r>
          <a:endParaRPr lang="en-US"/>
        </a:p>
      </dgm:t>
    </dgm:pt>
    <dgm:pt modelId="{4DAFB1DF-A489-4106-9F0D-0CEF20B1D67C}" type="parTrans" cxnId="{19990BCF-32B8-4A60-8A9E-CE745DD42E65}">
      <dgm:prSet/>
      <dgm:spPr/>
      <dgm:t>
        <a:bodyPr/>
        <a:lstStyle/>
        <a:p>
          <a:endParaRPr lang="en-US"/>
        </a:p>
      </dgm:t>
    </dgm:pt>
    <dgm:pt modelId="{9B66F2CE-0D89-4EBD-B3E4-B9D327D5DB23}" type="sibTrans" cxnId="{19990BCF-32B8-4A60-8A9E-CE745DD42E65}">
      <dgm:prSet/>
      <dgm:spPr/>
      <dgm:t>
        <a:bodyPr/>
        <a:lstStyle/>
        <a:p>
          <a:endParaRPr lang="en-US"/>
        </a:p>
      </dgm:t>
    </dgm:pt>
    <dgm:pt modelId="{52C64A13-267A-48B5-BACB-FF11F2CE0C09}">
      <dgm:prSet/>
      <dgm:spPr/>
      <dgm:t>
        <a:bodyPr/>
        <a:lstStyle/>
        <a:p>
          <a:r>
            <a:rPr lang="en-US"/>
            <a:t>Policy limits and timelines are difficult to understand.</a:t>
          </a:r>
        </a:p>
      </dgm:t>
    </dgm:pt>
    <dgm:pt modelId="{8C8D3CA0-ABA0-4099-9B7D-5D66CF34B847}" type="parTrans" cxnId="{83DFDC40-6F0A-4447-95D7-59ADFE3D3012}">
      <dgm:prSet/>
      <dgm:spPr/>
      <dgm:t>
        <a:bodyPr/>
        <a:lstStyle/>
        <a:p>
          <a:endParaRPr lang="en-US"/>
        </a:p>
      </dgm:t>
    </dgm:pt>
    <dgm:pt modelId="{885DC1EA-B20F-41C0-B149-1E668D797FCD}" type="sibTrans" cxnId="{83DFDC40-6F0A-4447-95D7-59ADFE3D3012}">
      <dgm:prSet/>
      <dgm:spPr/>
      <dgm:t>
        <a:bodyPr/>
        <a:lstStyle/>
        <a:p>
          <a:endParaRPr lang="en-US"/>
        </a:p>
      </dgm:t>
    </dgm:pt>
    <dgm:pt modelId="{8028F684-7359-48E0-99EE-E03F19739CEF}">
      <dgm:prSet/>
      <dgm:spPr/>
      <dgm:t>
        <a:bodyPr/>
        <a:lstStyle/>
        <a:p>
          <a:r>
            <a:rPr lang="en-US" b="1"/>
            <a:t>Document Preparation Gaps</a:t>
          </a:r>
          <a:endParaRPr lang="en-US"/>
        </a:p>
      </dgm:t>
    </dgm:pt>
    <dgm:pt modelId="{01477E61-F8B9-4F0A-8A51-8C39B92B649D}" type="parTrans" cxnId="{F4033E48-AAE0-4183-8E77-B67A8C313509}">
      <dgm:prSet/>
      <dgm:spPr/>
      <dgm:t>
        <a:bodyPr/>
        <a:lstStyle/>
        <a:p>
          <a:endParaRPr lang="en-US"/>
        </a:p>
      </dgm:t>
    </dgm:pt>
    <dgm:pt modelId="{8F7DA4DA-F320-468D-A17D-1BA9220FD1E3}" type="sibTrans" cxnId="{F4033E48-AAE0-4183-8E77-B67A8C313509}">
      <dgm:prSet/>
      <dgm:spPr/>
      <dgm:t>
        <a:bodyPr/>
        <a:lstStyle/>
        <a:p>
          <a:endParaRPr lang="en-US"/>
        </a:p>
      </dgm:t>
    </dgm:pt>
    <dgm:pt modelId="{93F3199E-1002-4776-B5B2-66C8E58AD96C}">
      <dgm:prSet/>
      <dgm:spPr/>
      <dgm:t>
        <a:bodyPr/>
        <a:lstStyle/>
        <a:p>
          <a:r>
            <a:rPr lang="en-US"/>
            <a:t>Incorrect documentation leads to submission delays.</a:t>
          </a:r>
        </a:p>
      </dgm:t>
    </dgm:pt>
    <dgm:pt modelId="{04A1547F-FF5E-4FB9-8252-2EDB70945F31}" type="parTrans" cxnId="{B65AFE03-E34F-47DB-BB5B-EE9576403F4E}">
      <dgm:prSet/>
      <dgm:spPr/>
      <dgm:t>
        <a:bodyPr/>
        <a:lstStyle/>
        <a:p>
          <a:endParaRPr lang="en-US"/>
        </a:p>
      </dgm:t>
    </dgm:pt>
    <dgm:pt modelId="{FF197947-A999-47DA-8AC6-6FCE934D6A7A}" type="sibTrans" cxnId="{B65AFE03-E34F-47DB-BB5B-EE9576403F4E}">
      <dgm:prSet/>
      <dgm:spPr/>
      <dgm:t>
        <a:bodyPr/>
        <a:lstStyle/>
        <a:p>
          <a:endParaRPr lang="en-US"/>
        </a:p>
      </dgm:t>
    </dgm:pt>
    <dgm:pt modelId="{2B3FC7A7-4DE0-4862-8DEF-8AB0BA44A8A9}">
      <dgm:prSet/>
      <dgm:spPr/>
      <dgm:t>
        <a:bodyPr/>
        <a:lstStyle/>
        <a:p>
          <a:r>
            <a:rPr lang="en-US" b="1"/>
            <a:t>Lack of Instant Guidance</a:t>
          </a:r>
          <a:endParaRPr lang="en-US"/>
        </a:p>
      </dgm:t>
    </dgm:pt>
    <dgm:pt modelId="{07CBE018-D8E3-497E-9601-21DD62ABD4C9}" type="parTrans" cxnId="{521DE4D9-D1FE-4C3D-8472-B38BF6F132CA}">
      <dgm:prSet/>
      <dgm:spPr/>
      <dgm:t>
        <a:bodyPr/>
        <a:lstStyle/>
        <a:p>
          <a:endParaRPr lang="en-US"/>
        </a:p>
      </dgm:t>
    </dgm:pt>
    <dgm:pt modelId="{7010F7A1-BB5F-41D8-BCE5-EECD70C0F117}" type="sibTrans" cxnId="{521DE4D9-D1FE-4C3D-8472-B38BF6F132CA}">
      <dgm:prSet/>
      <dgm:spPr/>
      <dgm:t>
        <a:bodyPr/>
        <a:lstStyle/>
        <a:p>
          <a:endParaRPr lang="en-US"/>
        </a:p>
      </dgm:t>
    </dgm:pt>
    <dgm:pt modelId="{A10C36C2-5C60-46A0-A830-B4BD1F0E11CA}">
      <dgm:prSet/>
      <dgm:spPr/>
      <dgm:t>
        <a:bodyPr/>
        <a:lstStyle/>
        <a:p>
          <a:r>
            <a:rPr lang="en-US"/>
            <a:t>Customers depend heavily on call centers for clarity.</a:t>
          </a:r>
        </a:p>
      </dgm:t>
    </dgm:pt>
    <dgm:pt modelId="{0EAA63EC-30EE-49F6-B2C7-AE30F3FDA8D6}" type="parTrans" cxnId="{75911253-E96C-4E74-8CD0-58E8110D612D}">
      <dgm:prSet/>
      <dgm:spPr/>
      <dgm:t>
        <a:bodyPr/>
        <a:lstStyle/>
        <a:p>
          <a:endParaRPr lang="en-US"/>
        </a:p>
      </dgm:t>
    </dgm:pt>
    <dgm:pt modelId="{66908F25-972F-4032-9108-38EFDBD22A39}" type="sibTrans" cxnId="{75911253-E96C-4E74-8CD0-58E8110D612D}">
      <dgm:prSet/>
      <dgm:spPr/>
      <dgm:t>
        <a:bodyPr/>
        <a:lstStyle/>
        <a:p>
          <a:endParaRPr lang="en-US"/>
        </a:p>
      </dgm:t>
    </dgm:pt>
    <dgm:pt modelId="{D0684362-CCF6-104F-BDB5-192CBFB2E2E9}" type="pres">
      <dgm:prSet presAssocID="{6F0894B3-FBE0-446D-BCAB-06DD6ED6D3E1}" presName="linear" presStyleCnt="0">
        <dgm:presLayoutVars>
          <dgm:animLvl val="lvl"/>
          <dgm:resizeHandles val="exact"/>
        </dgm:presLayoutVars>
      </dgm:prSet>
      <dgm:spPr/>
    </dgm:pt>
    <dgm:pt modelId="{442AFFB5-B561-1343-85B8-15A4A25ADFED}" type="pres">
      <dgm:prSet presAssocID="{6F166FF8-E32E-4396-BD73-09579050D12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E1EABA7-BC71-2248-A182-FA5CF064028B}" type="pres">
      <dgm:prSet presAssocID="{6F166FF8-E32E-4396-BD73-09579050D128}" presName="childText" presStyleLbl="revTx" presStyleIdx="0" presStyleCnt="4">
        <dgm:presLayoutVars>
          <dgm:bulletEnabled val="1"/>
        </dgm:presLayoutVars>
      </dgm:prSet>
      <dgm:spPr/>
    </dgm:pt>
    <dgm:pt modelId="{9B9890A6-B416-774D-A807-533E74001DDF}" type="pres">
      <dgm:prSet presAssocID="{C7B468F5-E2FF-42B9-99D5-DA40911BA25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477C74D-6F28-CD48-B581-FA62A04E7152}" type="pres">
      <dgm:prSet presAssocID="{C7B468F5-E2FF-42B9-99D5-DA40911BA250}" presName="childText" presStyleLbl="revTx" presStyleIdx="1" presStyleCnt="4">
        <dgm:presLayoutVars>
          <dgm:bulletEnabled val="1"/>
        </dgm:presLayoutVars>
      </dgm:prSet>
      <dgm:spPr/>
    </dgm:pt>
    <dgm:pt modelId="{72BAB1E5-DF1E-6048-948A-1B692A8AEB30}" type="pres">
      <dgm:prSet presAssocID="{8028F684-7359-48E0-99EE-E03F19739CE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303BAAF-CD2C-EF4B-8588-D824C4E4EE03}" type="pres">
      <dgm:prSet presAssocID="{8028F684-7359-48E0-99EE-E03F19739CEF}" presName="childText" presStyleLbl="revTx" presStyleIdx="2" presStyleCnt="4">
        <dgm:presLayoutVars>
          <dgm:bulletEnabled val="1"/>
        </dgm:presLayoutVars>
      </dgm:prSet>
      <dgm:spPr/>
    </dgm:pt>
    <dgm:pt modelId="{2210D1D7-98F7-944A-BDE7-2E3C5DF9251C}" type="pres">
      <dgm:prSet presAssocID="{2B3FC7A7-4DE0-4862-8DEF-8AB0BA44A8A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59799CD-8FCD-2643-ABAB-66C178BF09F0}" type="pres">
      <dgm:prSet presAssocID="{2B3FC7A7-4DE0-4862-8DEF-8AB0BA44A8A9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B65AFE03-E34F-47DB-BB5B-EE9576403F4E}" srcId="{8028F684-7359-48E0-99EE-E03F19739CEF}" destId="{93F3199E-1002-4776-B5B2-66C8E58AD96C}" srcOrd="0" destOrd="0" parTransId="{04A1547F-FF5E-4FB9-8252-2EDB70945F31}" sibTransId="{FF197947-A999-47DA-8AC6-6FCE934D6A7A}"/>
    <dgm:cxn modelId="{BD692F18-7A77-3A43-AADB-0C2F5744E448}" type="presOf" srcId="{2B3FC7A7-4DE0-4862-8DEF-8AB0BA44A8A9}" destId="{2210D1D7-98F7-944A-BDE7-2E3C5DF9251C}" srcOrd="0" destOrd="0" presId="urn:microsoft.com/office/officeart/2005/8/layout/vList2"/>
    <dgm:cxn modelId="{1A88A91A-4290-224D-B734-4D01B1D2383D}" type="presOf" srcId="{C7B468F5-E2FF-42B9-99D5-DA40911BA250}" destId="{9B9890A6-B416-774D-A807-533E74001DDF}" srcOrd="0" destOrd="0" presId="urn:microsoft.com/office/officeart/2005/8/layout/vList2"/>
    <dgm:cxn modelId="{83DFDC40-6F0A-4447-95D7-59ADFE3D3012}" srcId="{C7B468F5-E2FF-42B9-99D5-DA40911BA250}" destId="{52C64A13-267A-48B5-BACB-FF11F2CE0C09}" srcOrd="0" destOrd="0" parTransId="{8C8D3CA0-ABA0-4099-9B7D-5D66CF34B847}" sibTransId="{885DC1EA-B20F-41C0-B149-1E668D797FCD}"/>
    <dgm:cxn modelId="{D13FCF45-10CF-7240-B529-D6630F02DCC0}" type="presOf" srcId="{6F166FF8-E32E-4396-BD73-09579050D128}" destId="{442AFFB5-B561-1343-85B8-15A4A25ADFED}" srcOrd="0" destOrd="0" presId="urn:microsoft.com/office/officeart/2005/8/layout/vList2"/>
    <dgm:cxn modelId="{F4033E48-AAE0-4183-8E77-B67A8C313509}" srcId="{6F0894B3-FBE0-446D-BCAB-06DD6ED6D3E1}" destId="{8028F684-7359-48E0-99EE-E03F19739CEF}" srcOrd="2" destOrd="0" parTransId="{01477E61-F8B9-4F0A-8A51-8C39B92B649D}" sibTransId="{8F7DA4DA-F320-468D-A17D-1BA9220FD1E3}"/>
    <dgm:cxn modelId="{2F8C9548-EC1C-5D4F-9795-EAB1BF71B1E2}" type="presOf" srcId="{8028F684-7359-48E0-99EE-E03F19739CEF}" destId="{72BAB1E5-DF1E-6048-948A-1B692A8AEB30}" srcOrd="0" destOrd="0" presId="urn:microsoft.com/office/officeart/2005/8/layout/vList2"/>
    <dgm:cxn modelId="{CFB2434C-B93C-0240-9DDB-AF4F621780EB}" type="presOf" srcId="{6F0894B3-FBE0-446D-BCAB-06DD6ED6D3E1}" destId="{D0684362-CCF6-104F-BDB5-192CBFB2E2E9}" srcOrd="0" destOrd="0" presId="urn:microsoft.com/office/officeart/2005/8/layout/vList2"/>
    <dgm:cxn modelId="{DAED784F-6460-7147-A08A-6B7D831C6539}" type="presOf" srcId="{93F3199E-1002-4776-B5B2-66C8E58AD96C}" destId="{0303BAAF-CD2C-EF4B-8588-D824C4E4EE03}" srcOrd="0" destOrd="0" presId="urn:microsoft.com/office/officeart/2005/8/layout/vList2"/>
    <dgm:cxn modelId="{F2658351-E979-4C0D-9D1D-714DB7CC419F}" srcId="{6F0894B3-FBE0-446D-BCAB-06DD6ED6D3E1}" destId="{6F166FF8-E32E-4396-BD73-09579050D128}" srcOrd="0" destOrd="0" parTransId="{3B29869C-D52C-49BA-96A3-E95E254652E1}" sibTransId="{62C6E3E9-2C15-4406-8BED-1CD4A405A821}"/>
    <dgm:cxn modelId="{75911253-E96C-4E74-8CD0-58E8110D612D}" srcId="{2B3FC7A7-4DE0-4862-8DEF-8AB0BA44A8A9}" destId="{A10C36C2-5C60-46A0-A830-B4BD1F0E11CA}" srcOrd="0" destOrd="0" parTransId="{0EAA63EC-30EE-49F6-B2C7-AE30F3FDA8D6}" sibTransId="{66908F25-972F-4032-9108-38EFDBD22A39}"/>
    <dgm:cxn modelId="{6ACA4EAD-281E-4349-BC4F-691197A9481D}" type="presOf" srcId="{515AF873-B4EE-452E-A535-E3CEE2C875F2}" destId="{6E1EABA7-BC71-2248-A182-FA5CF064028B}" srcOrd="0" destOrd="0" presId="urn:microsoft.com/office/officeart/2005/8/layout/vList2"/>
    <dgm:cxn modelId="{A9B5D1C2-3EB4-BC43-8BC7-5E114C7870E6}" type="presOf" srcId="{A10C36C2-5C60-46A0-A830-B4BD1F0E11CA}" destId="{259799CD-8FCD-2643-ABAB-66C178BF09F0}" srcOrd="0" destOrd="0" presId="urn:microsoft.com/office/officeart/2005/8/layout/vList2"/>
    <dgm:cxn modelId="{19990BCF-32B8-4A60-8A9E-CE745DD42E65}" srcId="{6F0894B3-FBE0-446D-BCAB-06DD6ED6D3E1}" destId="{C7B468F5-E2FF-42B9-99D5-DA40911BA250}" srcOrd="1" destOrd="0" parTransId="{4DAFB1DF-A489-4106-9F0D-0CEF20B1D67C}" sibTransId="{9B66F2CE-0D89-4EBD-B3E4-B9D327D5DB23}"/>
    <dgm:cxn modelId="{E17D7AD6-9762-CB44-AD4A-A70DFC325D87}" type="presOf" srcId="{52C64A13-267A-48B5-BACB-FF11F2CE0C09}" destId="{8477C74D-6F28-CD48-B581-FA62A04E7152}" srcOrd="0" destOrd="0" presId="urn:microsoft.com/office/officeart/2005/8/layout/vList2"/>
    <dgm:cxn modelId="{521DE4D9-D1FE-4C3D-8472-B38BF6F132CA}" srcId="{6F0894B3-FBE0-446D-BCAB-06DD6ED6D3E1}" destId="{2B3FC7A7-4DE0-4862-8DEF-8AB0BA44A8A9}" srcOrd="3" destOrd="0" parTransId="{07CBE018-D8E3-497E-9601-21DD62ABD4C9}" sibTransId="{7010F7A1-BB5F-41D8-BCE5-EECD70C0F117}"/>
    <dgm:cxn modelId="{B4B5EBE6-527C-4B0F-84F3-02904FA5A254}" srcId="{6F166FF8-E32E-4396-BD73-09579050D128}" destId="{515AF873-B4EE-452E-A535-E3CEE2C875F2}" srcOrd="0" destOrd="0" parTransId="{E1D5DF9C-35BB-4572-8035-B2221EBB346C}" sibTransId="{4C233844-7F88-4460-A886-8592B497EB59}"/>
    <dgm:cxn modelId="{67FAD777-C5E1-B141-AC1B-B055CF299666}" type="presParOf" srcId="{D0684362-CCF6-104F-BDB5-192CBFB2E2E9}" destId="{442AFFB5-B561-1343-85B8-15A4A25ADFED}" srcOrd="0" destOrd="0" presId="urn:microsoft.com/office/officeart/2005/8/layout/vList2"/>
    <dgm:cxn modelId="{B2BF3C0D-43D9-594B-A133-90024A348C53}" type="presParOf" srcId="{D0684362-CCF6-104F-BDB5-192CBFB2E2E9}" destId="{6E1EABA7-BC71-2248-A182-FA5CF064028B}" srcOrd="1" destOrd="0" presId="urn:microsoft.com/office/officeart/2005/8/layout/vList2"/>
    <dgm:cxn modelId="{C31B952D-3BD7-D942-96B1-0FF848AD69DF}" type="presParOf" srcId="{D0684362-CCF6-104F-BDB5-192CBFB2E2E9}" destId="{9B9890A6-B416-774D-A807-533E74001DDF}" srcOrd="2" destOrd="0" presId="urn:microsoft.com/office/officeart/2005/8/layout/vList2"/>
    <dgm:cxn modelId="{DA7E98B6-3C4E-614B-9478-18530BFEDB87}" type="presParOf" srcId="{D0684362-CCF6-104F-BDB5-192CBFB2E2E9}" destId="{8477C74D-6F28-CD48-B581-FA62A04E7152}" srcOrd="3" destOrd="0" presId="urn:microsoft.com/office/officeart/2005/8/layout/vList2"/>
    <dgm:cxn modelId="{BFEEE60C-17BE-6D4A-8785-CCE74C6AAACC}" type="presParOf" srcId="{D0684362-CCF6-104F-BDB5-192CBFB2E2E9}" destId="{72BAB1E5-DF1E-6048-948A-1B692A8AEB30}" srcOrd="4" destOrd="0" presId="urn:microsoft.com/office/officeart/2005/8/layout/vList2"/>
    <dgm:cxn modelId="{663ECA7A-BE88-A44C-ABA9-2A312F9E324E}" type="presParOf" srcId="{D0684362-CCF6-104F-BDB5-192CBFB2E2E9}" destId="{0303BAAF-CD2C-EF4B-8588-D824C4E4EE03}" srcOrd="5" destOrd="0" presId="urn:microsoft.com/office/officeart/2005/8/layout/vList2"/>
    <dgm:cxn modelId="{147039CE-C3F2-FB4E-A127-8C5CC7751F43}" type="presParOf" srcId="{D0684362-CCF6-104F-BDB5-192CBFB2E2E9}" destId="{2210D1D7-98F7-944A-BDE7-2E3C5DF9251C}" srcOrd="6" destOrd="0" presId="urn:microsoft.com/office/officeart/2005/8/layout/vList2"/>
    <dgm:cxn modelId="{7BDE93DA-473C-D245-8F26-82515D9059AC}" type="presParOf" srcId="{D0684362-CCF6-104F-BDB5-192CBFB2E2E9}" destId="{259799CD-8FCD-2643-ABAB-66C178BF09F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8E6127-3844-44B7-8E39-38BB6FABEAF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D6F7495-F104-4392-A9D4-3866F138D13E}">
      <dgm:prSet/>
      <dgm:spPr/>
      <dgm:t>
        <a:bodyPr/>
        <a:lstStyle/>
        <a:p>
          <a:r>
            <a:rPr lang="en-US" b="1"/>
            <a:t>LLM + RAG Architecture</a:t>
          </a:r>
          <a:endParaRPr lang="en-US"/>
        </a:p>
      </dgm:t>
    </dgm:pt>
    <dgm:pt modelId="{128AC1A3-13C3-4A06-9CC9-09493D8A4989}" type="parTrans" cxnId="{77EA4D23-B43D-464D-9E0D-E4237DCABAA6}">
      <dgm:prSet/>
      <dgm:spPr/>
      <dgm:t>
        <a:bodyPr/>
        <a:lstStyle/>
        <a:p>
          <a:endParaRPr lang="en-US"/>
        </a:p>
      </dgm:t>
    </dgm:pt>
    <dgm:pt modelId="{86311EC5-7C55-4C37-AB23-72E37E0F32E4}" type="sibTrans" cxnId="{77EA4D23-B43D-464D-9E0D-E4237DCABAA6}">
      <dgm:prSet/>
      <dgm:spPr/>
      <dgm:t>
        <a:bodyPr/>
        <a:lstStyle/>
        <a:p>
          <a:endParaRPr lang="en-US"/>
        </a:p>
      </dgm:t>
    </dgm:pt>
    <dgm:pt modelId="{A19F5F40-EAE4-45FA-BE79-E05C50A424C5}">
      <dgm:prSet/>
      <dgm:spPr/>
      <dgm:t>
        <a:bodyPr/>
        <a:lstStyle/>
        <a:p>
          <a:r>
            <a:rPr lang="en-US"/>
            <a:t>Combines reasoning with real policy clause retrieval.</a:t>
          </a:r>
        </a:p>
      </dgm:t>
    </dgm:pt>
    <dgm:pt modelId="{E2805467-3DE6-428C-BEF2-C69E84E48DD0}" type="parTrans" cxnId="{85E090A1-55E0-492C-B670-B992204E2949}">
      <dgm:prSet/>
      <dgm:spPr/>
      <dgm:t>
        <a:bodyPr/>
        <a:lstStyle/>
        <a:p>
          <a:endParaRPr lang="en-US"/>
        </a:p>
      </dgm:t>
    </dgm:pt>
    <dgm:pt modelId="{7F8EB6CF-4657-4A5A-95A5-C91F1FAB3EC7}" type="sibTrans" cxnId="{85E090A1-55E0-492C-B670-B992204E2949}">
      <dgm:prSet/>
      <dgm:spPr/>
      <dgm:t>
        <a:bodyPr/>
        <a:lstStyle/>
        <a:p>
          <a:endParaRPr lang="en-US"/>
        </a:p>
      </dgm:t>
    </dgm:pt>
    <dgm:pt modelId="{DE75D431-E98A-4F86-8ECD-F5F40473F50E}">
      <dgm:prSet/>
      <dgm:spPr/>
      <dgm:t>
        <a:bodyPr/>
        <a:lstStyle/>
        <a:p>
          <a:r>
            <a:rPr lang="en-US" b="1"/>
            <a:t>Policy Knowledge Extraction</a:t>
          </a:r>
          <a:endParaRPr lang="en-US"/>
        </a:p>
      </dgm:t>
    </dgm:pt>
    <dgm:pt modelId="{423B1812-07FF-470C-862F-73D73637A056}" type="parTrans" cxnId="{27D81241-3DD6-4BE5-A6A0-15D40429A0D0}">
      <dgm:prSet/>
      <dgm:spPr/>
      <dgm:t>
        <a:bodyPr/>
        <a:lstStyle/>
        <a:p>
          <a:endParaRPr lang="en-US"/>
        </a:p>
      </dgm:t>
    </dgm:pt>
    <dgm:pt modelId="{D5DA81CE-B51A-47C5-8A4C-254727114AF1}" type="sibTrans" cxnId="{27D81241-3DD6-4BE5-A6A0-15D40429A0D0}">
      <dgm:prSet/>
      <dgm:spPr/>
      <dgm:t>
        <a:bodyPr/>
        <a:lstStyle/>
        <a:p>
          <a:endParaRPr lang="en-US"/>
        </a:p>
      </dgm:t>
    </dgm:pt>
    <dgm:pt modelId="{BBF96D87-9F84-4910-BC2B-450A8DF64F49}">
      <dgm:prSet/>
      <dgm:spPr/>
      <dgm:t>
        <a:bodyPr/>
        <a:lstStyle/>
        <a:p>
          <a:r>
            <a:rPr lang="en-US"/>
            <a:t>Reads and understands policy PDFs automatically.</a:t>
          </a:r>
        </a:p>
      </dgm:t>
    </dgm:pt>
    <dgm:pt modelId="{ECFACCC6-B7B6-4A21-A2F9-3E878A48DB7D}" type="parTrans" cxnId="{FE22D813-3DC5-4620-8A84-8758C5E7C22B}">
      <dgm:prSet/>
      <dgm:spPr/>
      <dgm:t>
        <a:bodyPr/>
        <a:lstStyle/>
        <a:p>
          <a:endParaRPr lang="en-US"/>
        </a:p>
      </dgm:t>
    </dgm:pt>
    <dgm:pt modelId="{136D4BE5-64F7-4E6A-BABA-091BEAE46F9D}" type="sibTrans" cxnId="{FE22D813-3DC5-4620-8A84-8758C5E7C22B}">
      <dgm:prSet/>
      <dgm:spPr/>
      <dgm:t>
        <a:bodyPr/>
        <a:lstStyle/>
        <a:p>
          <a:endParaRPr lang="en-US"/>
        </a:p>
      </dgm:t>
    </dgm:pt>
    <dgm:pt modelId="{05C6C149-3AB6-4EEE-B4DC-6FE6A75396C1}">
      <dgm:prSet/>
      <dgm:spPr/>
      <dgm:t>
        <a:bodyPr/>
        <a:lstStyle/>
        <a:p>
          <a:r>
            <a:rPr lang="en-US" b="1"/>
            <a:t>Grounded Answers</a:t>
          </a:r>
          <a:endParaRPr lang="en-US"/>
        </a:p>
      </dgm:t>
    </dgm:pt>
    <dgm:pt modelId="{CF7F54ED-AE09-4AB8-8C4A-C61A8C4B0E8A}" type="parTrans" cxnId="{DE96E985-C629-4CD4-9741-5460347D7780}">
      <dgm:prSet/>
      <dgm:spPr/>
      <dgm:t>
        <a:bodyPr/>
        <a:lstStyle/>
        <a:p>
          <a:endParaRPr lang="en-US"/>
        </a:p>
      </dgm:t>
    </dgm:pt>
    <dgm:pt modelId="{029AB8F2-DB08-4BD2-8091-0B1D4D561C29}" type="sibTrans" cxnId="{DE96E985-C629-4CD4-9741-5460347D7780}">
      <dgm:prSet/>
      <dgm:spPr/>
      <dgm:t>
        <a:bodyPr/>
        <a:lstStyle/>
        <a:p>
          <a:endParaRPr lang="en-US"/>
        </a:p>
      </dgm:t>
    </dgm:pt>
    <dgm:pt modelId="{9DFB1DDB-7AA5-429F-847F-2E9D2A9D6C3E}">
      <dgm:prSet/>
      <dgm:spPr/>
      <dgm:t>
        <a:bodyPr/>
        <a:lstStyle/>
        <a:p>
          <a:r>
            <a:rPr lang="en-US"/>
            <a:t>Ensures responses are factual and clause‑backed.</a:t>
          </a:r>
        </a:p>
      </dgm:t>
    </dgm:pt>
    <dgm:pt modelId="{2929A526-D949-475F-8038-5B1DAE69FC6F}" type="parTrans" cxnId="{5BD031A7-6D62-4B1E-9734-3D9B21B49674}">
      <dgm:prSet/>
      <dgm:spPr/>
      <dgm:t>
        <a:bodyPr/>
        <a:lstStyle/>
        <a:p>
          <a:endParaRPr lang="en-US"/>
        </a:p>
      </dgm:t>
    </dgm:pt>
    <dgm:pt modelId="{C606A0AC-907B-41BA-A85C-4969DE408E66}" type="sibTrans" cxnId="{5BD031A7-6D62-4B1E-9734-3D9B21B49674}">
      <dgm:prSet/>
      <dgm:spPr/>
      <dgm:t>
        <a:bodyPr/>
        <a:lstStyle/>
        <a:p>
          <a:endParaRPr lang="en-US"/>
        </a:p>
      </dgm:t>
    </dgm:pt>
    <dgm:pt modelId="{B1FC8AE3-62D8-4F31-B4B7-8F9048671A58}">
      <dgm:prSet/>
      <dgm:spPr/>
      <dgm:t>
        <a:bodyPr/>
        <a:lstStyle/>
        <a:p>
          <a:r>
            <a:rPr lang="en-US" b="1"/>
            <a:t>Claim Pre‑check</a:t>
          </a:r>
          <a:endParaRPr lang="en-US"/>
        </a:p>
      </dgm:t>
    </dgm:pt>
    <dgm:pt modelId="{2AA525A0-13BC-43D5-B132-8665DC9D7718}" type="parTrans" cxnId="{56842A77-6EFB-4CE7-9D0A-01BFDAA2A9C1}">
      <dgm:prSet/>
      <dgm:spPr/>
      <dgm:t>
        <a:bodyPr/>
        <a:lstStyle/>
        <a:p>
          <a:endParaRPr lang="en-US"/>
        </a:p>
      </dgm:t>
    </dgm:pt>
    <dgm:pt modelId="{E668386A-39E9-4BFD-B8B6-93AD1298B50E}" type="sibTrans" cxnId="{56842A77-6EFB-4CE7-9D0A-01BFDAA2A9C1}">
      <dgm:prSet/>
      <dgm:spPr/>
      <dgm:t>
        <a:bodyPr/>
        <a:lstStyle/>
        <a:p>
          <a:endParaRPr lang="en-US"/>
        </a:p>
      </dgm:t>
    </dgm:pt>
    <dgm:pt modelId="{8EFE3A63-80D8-4AC6-8DAE-89D0F0C7BE73}">
      <dgm:prSet/>
      <dgm:spPr/>
      <dgm:t>
        <a:bodyPr/>
        <a:lstStyle/>
        <a:p>
          <a:r>
            <a:rPr lang="en-US"/>
            <a:t>Evaluates eligibility before claim submission.</a:t>
          </a:r>
        </a:p>
      </dgm:t>
    </dgm:pt>
    <dgm:pt modelId="{5D86D012-13D4-497F-8027-41E94BD94988}" type="parTrans" cxnId="{5EDECC22-125C-4FA0-8733-B7D24C9A2357}">
      <dgm:prSet/>
      <dgm:spPr/>
      <dgm:t>
        <a:bodyPr/>
        <a:lstStyle/>
        <a:p>
          <a:endParaRPr lang="en-US"/>
        </a:p>
      </dgm:t>
    </dgm:pt>
    <dgm:pt modelId="{F50E1DC7-2859-4670-B814-172867C1318F}" type="sibTrans" cxnId="{5EDECC22-125C-4FA0-8733-B7D24C9A2357}">
      <dgm:prSet/>
      <dgm:spPr/>
      <dgm:t>
        <a:bodyPr/>
        <a:lstStyle/>
        <a:p>
          <a:endParaRPr lang="en-US"/>
        </a:p>
      </dgm:t>
    </dgm:pt>
    <dgm:pt modelId="{4FDBFBB3-663F-A642-A0DC-928ABAB526F3}" type="pres">
      <dgm:prSet presAssocID="{F48E6127-3844-44B7-8E39-38BB6FABEAFA}" presName="linear" presStyleCnt="0">
        <dgm:presLayoutVars>
          <dgm:animLvl val="lvl"/>
          <dgm:resizeHandles val="exact"/>
        </dgm:presLayoutVars>
      </dgm:prSet>
      <dgm:spPr/>
    </dgm:pt>
    <dgm:pt modelId="{40EEBEAD-BEAB-E44B-8C2C-8D645B8D328D}" type="pres">
      <dgm:prSet presAssocID="{CD6F7495-F104-4392-A9D4-3866F138D13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9C78D0-8427-604A-A225-0D6A83504087}" type="pres">
      <dgm:prSet presAssocID="{CD6F7495-F104-4392-A9D4-3866F138D13E}" presName="childText" presStyleLbl="revTx" presStyleIdx="0" presStyleCnt="4">
        <dgm:presLayoutVars>
          <dgm:bulletEnabled val="1"/>
        </dgm:presLayoutVars>
      </dgm:prSet>
      <dgm:spPr/>
    </dgm:pt>
    <dgm:pt modelId="{7E211AF1-D627-264A-899E-3232D6152DCB}" type="pres">
      <dgm:prSet presAssocID="{DE75D431-E98A-4F86-8ECD-F5F40473F50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453A1DA-A7E9-DC4B-977F-996D48ADE6E5}" type="pres">
      <dgm:prSet presAssocID="{DE75D431-E98A-4F86-8ECD-F5F40473F50E}" presName="childText" presStyleLbl="revTx" presStyleIdx="1" presStyleCnt="4">
        <dgm:presLayoutVars>
          <dgm:bulletEnabled val="1"/>
        </dgm:presLayoutVars>
      </dgm:prSet>
      <dgm:spPr/>
    </dgm:pt>
    <dgm:pt modelId="{C99C6DD4-097B-7C47-B412-CF927560FAB3}" type="pres">
      <dgm:prSet presAssocID="{05C6C149-3AB6-4EEE-B4DC-6FE6A75396C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961FC3-60F8-7046-8FC5-7EF635976BBB}" type="pres">
      <dgm:prSet presAssocID="{05C6C149-3AB6-4EEE-B4DC-6FE6A75396C1}" presName="childText" presStyleLbl="revTx" presStyleIdx="2" presStyleCnt="4">
        <dgm:presLayoutVars>
          <dgm:bulletEnabled val="1"/>
        </dgm:presLayoutVars>
      </dgm:prSet>
      <dgm:spPr/>
    </dgm:pt>
    <dgm:pt modelId="{C70E3A10-A549-AE43-B7B5-CE8D6EB6266C}" type="pres">
      <dgm:prSet presAssocID="{B1FC8AE3-62D8-4F31-B4B7-8F9048671A5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C6E4F40-67DA-7946-8D15-4E64707EDBBC}" type="pres">
      <dgm:prSet presAssocID="{B1FC8AE3-62D8-4F31-B4B7-8F9048671A58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F776430E-62B2-594C-8C9C-521894A9B24C}" type="presOf" srcId="{F48E6127-3844-44B7-8E39-38BB6FABEAFA}" destId="{4FDBFBB3-663F-A642-A0DC-928ABAB526F3}" srcOrd="0" destOrd="0" presId="urn:microsoft.com/office/officeart/2005/8/layout/vList2"/>
    <dgm:cxn modelId="{FE22D813-3DC5-4620-8A84-8758C5E7C22B}" srcId="{DE75D431-E98A-4F86-8ECD-F5F40473F50E}" destId="{BBF96D87-9F84-4910-BC2B-450A8DF64F49}" srcOrd="0" destOrd="0" parTransId="{ECFACCC6-B7B6-4A21-A2F9-3E878A48DB7D}" sibTransId="{136D4BE5-64F7-4E6A-BABA-091BEAE46F9D}"/>
    <dgm:cxn modelId="{5EDECC22-125C-4FA0-8733-B7D24C9A2357}" srcId="{B1FC8AE3-62D8-4F31-B4B7-8F9048671A58}" destId="{8EFE3A63-80D8-4AC6-8DAE-89D0F0C7BE73}" srcOrd="0" destOrd="0" parTransId="{5D86D012-13D4-497F-8027-41E94BD94988}" sibTransId="{F50E1DC7-2859-4670-B814-172867C1318F}"/>
    <dgm:cxn modelId="{77EA4D23-B43D-464D-9E0D-E4237DCABAA6}" srcId="{F48E6127-3844-44B7-8E39-38BB6FABEAFA}" destId="{CD6F7495-F104-4392-A9D4-3866F138D13E}" srcOrd="0" destOrd="0" parTransId="{128AC1A3-13C3-4A06-9CC9-09493D8A4989}" sibTransId="{86311EC5-7C55-4C37-AB23-72E37E0F32E4}"/>
    <dgm:cxn modelId="{C82C882B-F4FD-B747-BDD6-12DF293766E2}" type="presOf" srcId="{DE75D431-E98A-4F86-8ECD-F5F40473F50E}" destId="{7E211AF1-D627-264A-899E-3232D6152DCB}" srcOrd="0" destOrd="0" presId="urn:microsoft.com/office/officeart/2005/8/layout/vList2"/>
    <dgm:cxn modelId="{2C3C9539-D35A-714F-9DB0-30A184A1B275}" type="presOf" srcId="{BBF96D87-9F84-4910-BC2B-450A8DF64F49}" destId="{F453A1DA-A7E9-DC4B-977F-996D48ADE6E5}" srcOrd="0" destOrd="0" presId="urn:microsoft.com/office/officeart/2005/8/layout/vList2"/>
    <dgm:cxn modelId="{27D81241-3DD6-4BE5-A6A0-15D40429A0D0}" srcId="{F48E6127-3844-44B7-8E39-38BB6FABEAFA}" destId="{DE75D431-E98A-4F86-8ECD-F5F40473F50E}" srcOrd="1" destOrd="0" parTransId="{423B1812-07FF-470C-862F-73D73637A056}" sibTransId="{D5DA81CE-B51A-47C5-8A4C-254727114AF1}"/>
    <dgm:cxn modelId="{5C152A42-D429-6F46-887F-99E36792B88A}" type="presOf" srcId="{CD6F7495-F104-4392-A9D4-3866F138D13E}" destId="{40EEBEAD-BEAB-E44B-8C2C-8D645B8D328D}" srcOrd="0" destOrd="0" presId="urn:microsoft.com/office/officeart/2005/8/layout/vList2"/>
    <dgm:cxn modelId="{65163255-F6DF-CC45-8C63-B06E257BEBD9}" type="presOf" srcId="{9DFB1DDB-7AA5-429F-847F-2E9D2A9D6C3E}" destId="{60961FC3-60F8-7046-8FC5-7EF635976BBB}" srcOrd="0" destOrd="0" presId="urn:microsoft.com/office/officeart/2005/8/layout/vList2"/>
    <dgm:cxn modelId="{8BA1B469-74F5-784D-A1C8-E49810C8C9CA}" type="presOf" srcId="{05C6C149-3AB6-4EEE-B4DC-6FE6A75396C1}" destId="{C99C6DD4-097B-7C47-B412-CF927560FAB3}" srcOrd="0" destOrd="0" presId="urn:microsoft.com/office/officeart/2005/8/layout/vList2"/>
    <dgm:cxn modelId="{56842A77-6EFB-4CE7-9D0A-01BFDAA2A9C1}" srcId="{F48E6127-3844-44B7-8E39-38BB6FABEAFA}" destId="{B1FC8AE3-62D8-4F31-B4B7-8F9048671A58}" srcOrd="3" destOrd="0" parTransId="{2AA525A0-13BC-43D5-B132-8665DC9D7718}" sibTransId="{E668386A-39E9-4BFD-B8B6-93AD1298B50E}"/>
    <dgm:cxn modelId="{DE96E985-C629-4CD4-9741-5460347D7780}" srcId="{F48E6127-3844-44B7-8E39-38BB6FABEAFA}" destId="{05C6C149-3AB6-4EEE-B4DC-6FE6A75396C1}" srcOrd="2" destOrd="0" parTransId="{CF7F54ED-AE09-4AB8-8C4A-C61A8C4B0E8A}" sibTransId="{029AB8F2-DB08-4BD2-8091-0B1D4D561C29}"/>
    <dgm:cxn modelId="{85E090A1-55E0-492C-B670-B992204E2949}" srcId="{CD6F7495-F104-4392-A9D4-3866F138D13E}" destId="{A19F5F40-EAE4-45FA-BE79-E05C50A424C5}" srcOrd="0" destOrd="0" parTransId="{E2805467-3DE6-428C-BEF2-C69E84E48DD0}" sibTransId="{7F8EB6CF-4657-4A5A-95A5-C91F1FAB3EC7}"/>
    <dgm:cxn modelId="{5BD031A7-6D62-4B1E-9734-3D9B21B49674}" srcId="{05C6C149-3AB6-4EEE-B4DC-6FE6A75396C1}" destId="{9DFB1DDB-7AA5-429F-847F-2E9D2A9D6C3E}" srcOrd="0" destOrd="0" parTransId="{2929A526-D949-475F-8038-5B1DAE69FC6F}" sibTransId="{C606A0AC-907B-41BA-A85C-4969DE408E66}"/>
    <dgm:cxn modelId="{0E5EC4BE-D109-9741-9062-E6F5FEB45603}" type="presOf" srcId="{A19F5F40-EAE4-45FA-BE79-E05C50A424C5}" destId="{C99C78D0-8427-604A-A225-0D6A83504087}" srcOrd="0" destOrd="0" presId="urn:microsoft.com/office/officeart/2005/8/layout/vList2"/>
    <dgm:cxn modelId="{CF37B0D9-2699-0E46-8672-E34F47E784FD}" type="presOf" srcId="{8EFE3A63-80D8-4AC6-8DAE-89D0F0C7BE73}" destId="{7C6E4F40-67DA-7946-8D15-4E64707EDBBC}" srcOrd="0" destOrd="0" presId="urn:microsoft.com/office/officeart/2005/8/layout/vList2"/>
    <dgm:cxn modelId="{672EACDF-73AE-B042-B219-B3F887DB098E}" type="presOf" srcId="{B1FC8AE3-62D8-4F31-B4B7-8F9048671A58}" destId="{C70E3A10-A549-AE43-B7B5-CE8D6EB6266C}" srcOrd="0" destOrd="0" presId="urn:microsoft.com/office/officeart/2005/8/layout/vList2"/>
    <dgm:cxn modelId="{17DA63BB-35F7-0543-AE30-FEBFFC7A0651}" type="presParOf" srcId="{4FDBFBB3-663F-A642-A0DC-928ABAB526F3}" destId="{40EEBEAD-BEAB-E44B-8C2C-8D645B8D328D}" srcOrd="0" destOrd="0" presId="urn:microsoft.com/office/officeart/2005/8/layout/vList2"/>
    <dgm:cxn modelId="{B92E5A52-757A-774C-9003-66937307B35F}" type="presParOf" srcId="{4FDBFBB3-663F-A642-A0DC-928ABAB526F3}" destId="{C99C78D0-8427-604A-A225-0D6A83504087}" srcOrd="1" destOrd="0" presId="urn:microsoft.com/office/officeart/2005/8/layout/vList2"/>
    <dgm:cxn modelId="{784D02DA-7737-4B4B-96B7-AA6DB0FFE4DA}" type="presParOf" srcId="{4FDBFBB3-663F-A642-A0DC-928ABAB526F3}" destId="{7E211AF1-D627-264A-899E-3232D6152DCB}" srcOrd="2" destOrd="0" presId="urn:microsoft.com/office/officeart/2005/8/layout/vList2"/>
    <dgm:cxn modelId="{BF9FE9C3-A670-CF45-8A79-43E6D3350C24}" type="presParOf" srcId="{4FDBFBB3-663F-A642-A0DC-928ABAB526F3}" destId="{F453A1DA-A7E9-DC4B-977F-996D48ADE6E5}" srcOrd="3" destOrd="0" presId="urn:microsoft.com/office/officeart/2005/8/layout/vList2"/>
    <dgm:cxn modelId="{66D41EC9-3870-0346-85FB-6EB7FD1A9E9B}" type="presParOf" srcId="{4FDBFBB3-663F-A642-A0DC-928ABAB526F3}" destId="{C99C6DD4-097B-7C47-B412-CF927560FAB3}" srcOrd="4" destOrd="0" presId="urn:microsoft.com/office/officeart/2005/8/layout/vList2"/>
    <dgm:cxn modelId="{0EFA7007-A375-084D-89E4-9719FDA44285}" type="presParOf" srcId="{4FDBFBB3-663F-A642-A0DC-928ABAB526F3}" destId="{60961FC3-60F8-7046-8FC5-7EF635976BBB}" srcOrd="5" destOrd="0" presId="urn:microsoft.com/office/officeart/2005/8/layout/vList2"/>
    <dgm:cxn modelId="{0C665562-75FA-7340-B247-F3388E7B6A8F}" type="presParOf" srcId="{4FDBFBB3-663F-A642-A0DC-928ABAB526F3}" destId="{C70E3A10-A549-AE43-B7B5-CE8D6EB6266C}" srcOrd="6" destOrd="0" presId="urn:microsoft.com/office/officeart/2005/8/layout/vList2"/>
    <dgm:cxn modelId="{260AE3CD-B95D-F245-B74F-67B7B88BEA50}" type="presParOf" srcId="{4FDBFBB3-663F-A642-A0DC-928ABAB526F3}" destId="{7C6E4F40-67DA-7946-8D15-4E64707EDBB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999DF2-DF94-4A86-A826-32500836F96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F56D80A-1E68-4F22-9237-D3414B978824}">
      <dgm:prSet/>
      <dgm:spPr/>
      <dgm:t>
        <a:bodyPr/>
        <a:lstStyle/>
        <a:p>
          <a:r>
            <a:rPr lang="en-US" b="1"/>
            <a:t>Hallucination Reduction</a:t>
          </a:r>
          <a:endParaRPr lang="en-US"/>
        </a:p>
      </dgm:t>
    </dgm:pt>
    <dgm:pt modelId="{D17E685F-503B-40A5-A362-4D1A0DB56663}" type="parTrans" cxnId="{0E08C14B-05E9-46AA-94C9-6A80988929A1}">
      <dgm:prSet/>
      <dgm:spPr/>
      <dgm:t>
        <a:bodyPr/>
        <a:lstStyle/>
        <a:p>
          <a:endParaRPr lang="en-US"/>
        </a:p>
      </dgm:t>
    </dgm:pt>
    <dgm:pt modelId="{58674FD4-EC11-44D9-BCEE-CAAB46CC930E}" type="sibTrans" cxnId="{0E08C14B-05E9-46AA-94C9-6A80988929A1}">
      <dgm:prSet/>
      <dgm:spPr/>
      <dgm:t>
        <a:bodyPr/>
        <a:lstStyle/>
        <a:p>
          <a:endParaRPr lang="en-US"/>
        </a:p>
      </dgm:t>
    </dgm:pt>
    <dgm:pt modelId="{320EF1F4-F8B9-4C13-A7A7-501F245D9294}">
      <dgm:prSet/>
      <dgm:spPr/>
      <dgm:t>
        <a:bodyPr/>
        <a:lstStyle/>
        <a:p>
          <a:r>
            <a:rPr lang="en-US"/>
            <a:t>Prevents incorrect policy interpretation by standalone LLM.</a:t>
          </a:r>
        </a:p>
      </dgm:t>
    </dgm:pt>
    <dgm:pt modelId="{E138E86D-B813-4BB8-AD2E-80B55EB82D50}" type="parTrans" cxnId="{A532407C-1B57-4A22-97A8-0680371FC71B}">
      <dgm:prSet/>
      <dgm:spPr/>
      <dgm:t>
        <a:bodyPr/>
        <a:lstStyle/>
        <a:p>
          <a:endParaRPr lang="en-US"/>
        </a:p>
      </dgm:t>
    </dgm:pt>
    <dgm:pt modelId="{01595FDA-8379-431B-9B7F-DF17403688A5}" type="sibTrans" cxnId="{A532407C-1B57-4A22-97A8-0680371FC71B}">
      <dgm:prSet/>
      <dgm:spPr/>
      <dgm:t>
        <a:bodyPr/>
        <a:lstStyle/>
        <a:p>
          <a:endParaRPr lang="en-US"/>
        </a:p>
      </dgm:t>
    </dgm:pt>
    <dgm:pt modelId="{E0F2F3F3-DFAB-46B7-9803-83D9CE1A95DA}">
      <dgm:prSet/>
      <dgm:spPr/>
      <dgm:t>
        <a:bodyPr/>
        <a:lstStyle/>
        <a:p>
          <a:r>
            <a:rPr lang="en-US" b="1"/>
            <a:t>Clause Retrieval</a:t>
          </a:r>
          <a:endParaRPr lang="en-US"/>
        </a:p>
      </dgm:t>
    </dgm:pt>
    <dgm:pt modelId="{DB853D79-2A38-48DE-BE85-55747DCCDFF8}" type="parTrans" cxnId="{6FC7E21B-C05A-47E1-83A7-76B0B2A3159C}">
      <dgm:prSet/>
      <dgm:spPr/>
      <dgm:t>
        <a:bodyPr/>
        <a:lstStyle/>
        <a:p>
          <a:endParaRPr lang="en-US"/>
        </a:p>
      </dgm:t>
    </dgm:pt>
    <dgm:pt modelId="{0BDB27EA-30A0-48E3-A61F-538F956CC831}" type="sibTrans" cxnId="{6FC7E21B-C05A-47E1-83A7-76B0B2A3159C}">
      <dgm:prSet/>
      <dgm:spPr/>
      <dgm:t>
        <a:bodyPr/>
        <a:lstStyle/>
        <a:p>
          <a:endParaRPr lang="en-US"/>
        </a:p>
      </dgm:t>
    </dgm:pt>
    <dgm:pt modelId="{B02E8208-A703-4941-A286-E8945408D140}">
      <dgm:prSet/>
      <dgm:spPr/>
      <dgm:t>
        <a:bodyPr/>
        <a:lstStyle/>
        <a:p>
          <a:r>
            <a:rPr lang="en-US"/>
            <a:t>Fetches real policy content during query processing.</a:t>
          </a:r>
        </a:p>
      </dgm:t>
    </dgm:pt>
    <dgm:pt modelId="{A3D529BB-C241-4B10-8DF4-40A4FBA99AF1}" type="parTrans" cxnId="{C6D67F4C-8101-428F-A492-434E5E0D29BC}">
      <dgm:prSet/>
      <dgm:spPr/>
      <dgm:t>
        <a:bodyPr/>
        <a:lstStyle/>
        <a:p>
          <a:endParaRPr lang="en-US"/>
        </a:p>
      </dgm:t>
    </dgm:pt>
    <dgm:pt modelId="{E3466FBD-2FFD-4913-A0F4-A9E693C229C4}" type="sibTrans" cxnId="{C6D67F4C-8101-428F-A492-434E5E0D29BC}">
      <dgm:prSet/>
      <dgm:spPr/>
      <dgm:t>
        <a:bodyPr/>
        <a:lstStyle/>
        <a:p>
          <a:endParaRPr lang="en-US"/>
        </a:p>
      </dgm:t>
    </dgm:pt>
    <dgm:pt modelId="{6DE00CE5-1AF0-4470-B639-77C6BBA10287}">
      <dgm:prSet/>
      <dgm:spPr/>
      <dgm:t>
        <a:bodyPr/>
        <a:lstStyle/>
        <a:p>
          <a:r>
            <a:rPr lang="en-US" b="1"/>
            <a:t>Consistency</a:t>
          </a:r>
          <a:endParaRPr lang="en-US"/>
        </a:p>
      </dgm:t>
    </dgm:pt>
    <dgm:pt modelId="{B636E018-939F-4626-8BE3-988B1A578EE1}" type="parTrans" cxnId="{914AAE5D-003A-4C17-9645-BC07419EF0FB}">
      <dgm:prSet/>
      <dgm:spPr/>
      <dgm:t>
        <a:bodyPr/>
        <a:lstStyle/>
        <a:p>
          <a:endParaRPr lang="en-US"/>
        </a:p>
      </dgm:t>
    </dgm:pt>
    <dgm:pt modelId="{F500DC0E-8A5F-4EAC-AC33-248624574243}" type="sibTrans" cxnId="{914AAE5D-003A-4C17-9645-BC07419EF0FB}">
      <dgm:prSet/>
      <dgm:spPr/>
      <dgm:t>
        <a:bodyPr/>
        <a:lstStyle/>
        <a:p>
          <a:endParaRPr lang="en-US"/>
        </a:p>
      </dgm:t>
    </dgm:pt>
    <dgm:pt modelId="{B002F046-D4B4-4F4D-B04D-3635B0C9864E}">
      <dgm:prSet/>
      <dgm:spPr/>
      <dgm:t>
        <a:bodyPr/>
        <a:lstStyle/>
        <a:p>
          <a:r>
            <a:rPr lang="en-US"/>
            <a:t>Ensures factual and repeatable answers.</a:t>
          </a:r>
        </a:p>
      </dgm:t>
    </dgm:pt>
    <dgm:pt modelId="{714CCC2A-D5F4-4F93-9252-00640C05EA60}" type="parTrans" cxnId="{9AD1B506-8B8A-4482-8BF3-45C1F902187B}">
      <dgm:prSet/>
      <dgm:spPr/>
      <dgm:t>
        <a:bodyPr/>
        <a:lstStyle/>
        <a:p>
          <a:endParaRPr lang="en-US"/>
        </a:p>
      </dgm:t>
    </dgm:pt>
    <dgm:pt modelId="{572506BE-EBE7-4022-9332-763EF678C601}" type="sibTrans" cxnId="{9AD1B506-8B8A-4482-8BF3-45C1F902187B}">
      <dgm:prSet/>
      <dgm:spPr/>
      <dgm:t>
        <a:bodyPr/>
        <a:lstStyle/>
        <a:p>
          <a:endParaRPr lang="en-US"/>
        </a:p>
      </dgm:t>
    </dgm:pt>
    <dgm:pt modelId="{C29AEC1F-9090-4A76-87F7-BAA96A06F306}">
      <dgm:prSet/>
      <dgm:spPr/>
      <dgm:t>
        <a:bodyPr/>
        <a:lstStyle/>
        <a:p>
          <a:r>
            <a:rPr lang="en-US" b="1"/>
            <a:t>Transparency</a:t>
          </a:r>
          <a:endParaRPr lang="en-US"/>
        </a:p>
      </dgm:t>
    </dgm:pt>
    <dgm:pt modelId="{3576C601-B380-4399-8C21-4D87BD504B37}" type="parTrans" cxnId="{7F3DADF8-D73D-4DAC-9121-607687EE9401}">
      <dgm:prSet/>
      <dgm:spPr/>
      <dgm:t>
        <a:bodyPr/>
        <a:lstStyle/>
        <a:p>
          <a:endParaRPr lang="en-US"/>
        </a:p>
      </dgm:t>
    </dgm:pt>
    <dgm:pt modelId="{84A1FD15-B8F8-4528-9023-B23C425D662B}" type="sibTrans" cxnId="{7F3DADF8-D73D-4DAC-9121-607687EE9401}">
      <dgm:prSet/>
      <dgm:spPr/>
      <dgm:t>
        <a:bodyPr/>
        <a:lstStyle/>
        <a:p>
          <a:endParaRPr lang="en-US"/>
        </a:p>
      </dgm:t>
    </dgm:pt>
    <dgm:pt modelId="{23E49E68-7B9C-47B3-8CA7-1271F35A07CD}">
      <dgm:prSet/>
      <dgm:spPr/>
      <dgm:t>
        <a:bodyPr/>
        <a:lstStyle/>
        <a:p>
          <a:r>
            <a:rPr lang="en-US"/>
            <a:t>Provides page‑level source citations.</a:t>
          </a:r>
        </a:p>
      </dgm:t>
    </dgm:pt>
    <dgm:pt modelId="{C3D4B33D-1498-4D5C-83CE-9E6D9631C90A}" type="parTrans" cxnId="{231637E6-7274-4F25-B08F-3811B40E6827}">
      <dgm:prSet/>
      <dgm:spPr/>
      <dgm:t>
        <a:bodyPr/>
        <a:lstStyle/>
        <a:p>
          <a:endParaRPr lang="en-US"/>
        </a:p>
      </dgm:t>
    </dgm:pt>
    <dgm:pt modelId="{51007CD9-EED4-4F5D-B2ED-C726B4A462BD}" type="sibTrans" cxnId="{231637E6-7274-4F25-B08F-3811B40E6827}">
      <dgm:prSet/>
      <dgm:spPr/>
      <dgm:t>
        <a:bodyPr/>
        <a:lstStyle/>
        <a:p>
          <a:endParaRPr lang="en-US"/>
        </a:p>
      </dgm:t>
    </dgm:pt>
    <dgm:pt modelId="{240A248E-9DE1-444B-A34C-02C193547F8D}" type="pres">
      <dgm:prSet presAssocID="{69999DF2-DF94-4A86-A826-32500836F962}" presName="linear" presStyleCnt="0">
        <dgm:presLayoutVars>
          <dgm:animLvl val="lvl"/>
          <dgm:resizeHandles val="exact"/>
        </dgm:presLayoutVars>
      </dgm:prSet>
      <dgm:spPr/>
    </dgm:pt>
    <dgm:pt modelId="{B9AC8135-04E2-B24B-A23C-025FB18F4194}" type="pres">
      <dgm:prSet presAssocID="{AF56D80A-1E68-4F22-9237-D3414B97882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BEB328-88CF-8949-949F-20C3CC459C62}" type="pres">
      <dgm:prSet presAssocID="{AF56D80A-1E68-4F22-9237-D3414B978824}" presName="childText" presStyleLbl="revTx" presStyleIdx="0" presStyleCnt="4">
        <dgm:presLayoutVars>
          <dgm:bulletEnabled val="1"/>
        </dgm:presLayoutVars>
      </dgm:prSet>
      <dgm:spPr/>
    </dgm:pt>
    <dgm:pt modelId="{6FA67154-8F1B-4846-8EAD-82D84B53E64E}" type="pres">
      <dgm:prSet presAssocID="{E0F2F3F3-DFAB-46B7-9803-83D9CE1A95D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20F5CC-237D-E041-AE90-994FCD0AB82D}" type="pres">
      <dgm:prSet presAssocID="{E0F2F3F3-DFAB-46B7-9803-83D9CE1A95DA}" presName="childText" presStyleLbl="revTx" presStyleIdx="1" presStyleCnt="4">
        <dgm:presLayoutVars>
          <dgm:bulletEnabled val="1"/>
        </dgm:presLayoutVars>
      </dgm:prSet>
      <dgm:spPr/>
    </dgm:pt>
    <dgm:pt modelId="{8D8C39AA-C635-514C-866A-2317614601D4}" type="pres">
      <dgm:prSet presAssocID="{6DE00CE5-1AF0-4470-B639-77C6BBA1028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456B446-52D3-A94D-82B8-701074F496FB}" type="pres">
      <dgm:prSet presAssocID="{6DE00CE5-1AF0-4470-B639-77C6BBA10287}" presName="childText" presStyleLbl="revTx" presStyleIdx="2" presStyleCnt="4">
        <dgm:presLayoutVars>
          <dgm:bulletEnabled val="1"/>
        </dgm:presLayoutVars>
      </dgm:prSet>
      <dgm:spPr/>
    </dgm:pt>
    <dgm:pt modelId="{967FB227-5DFC-1C48-A7EB-B4F2D491CF37}" type="pres">
      <dgm:prSet presAssocID="{C29AEC1F-9090-4A76-87F7-BAA96A06F30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2CE1005-31DC-594E-85C0-A4904484D603}" type="pres">
      <dgm:prSet presAssocID="{C29AEC1F-9090-4A76-87F7-BAA96A06F306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9AD1B506-8B8A-4482-8BF3-45C1F902187B}" srcId="{6DE00CE5-1AF0-4470-B639-77C6BBA10287}" destId="{B002F046-D4B4-4F4D-B04D-3635B0C9864E}" srcOrd="0" destOrd="0" parTransId="{714CCC2A-D5F4-4F93-9252-00640C05EA60}" sibTransId="{572506BE-EBE7-4022-9332-763EF678C601}"/>
    <dgm:cxn modelId="{6FC7E21B-C05A-47E1-83A7-76B0B2A3159C}" srcId="{69999DF2-DF94-4A86-A826-32500836F962}" destId="{E0F2F3F3-DFAB-46B7-9803-83D9CE1A95DA}" srcOrd="1" destOrd="0" parTransId="{DB853D79-2A38-48DE-BE85-55747DCCDFF8}" sibTransId="{0BDB27EA-30A0-48E3-A61F-538F956CC831}"/>
    <dgm:cxn modelId="{B85ABD46-63C4-CB4D-8872-4D158C45F466}" type="presOf" srcId="{320EF1F4-F8B9-4C13-A7A7-501F245D9294}" destId="{8FBEB328-88CF-8949-949F-20C3CC459C62}" srcOrd="0" destOrd="0" presId="urn:microsoft.com/office/officeart/2005/8/layout/vList2"/>
    <dgm:cxn modelId="{0E08C14B-05E9-46AA-94C9-6A80988929A1}" srcId="{69999DF2-DF94-4A86-A826-32500836F962}" destId="{AF56D80A-1E68-4F22-9237-D3414B978824}" srcOrd="0" destOrd="0" parTransId="{D17E685F-503B-40A5-A362-4D1A0DB56663}" sibTransId="{58674FD4-EC11-44D9-BCEE-CAAB46CC930E}"/>
    <dgm:cxn modelId="{C6D67F4C-8101-428F-A492-434E5E0D29BC}" srcId="{E0F2F3F3-DFAB-46B7-9803-83D9CE1A95DA}" destId="{B02E8208-A703-4941-A286-E8945408D140}" srcOrd="0" destOrd="0" parTransId="{A3D529BB-C241-4B10-8DF4-40A4FBA99AF1}" sibTransId="{E3466FBD-2FFD-4913-A0F4-A9E693C229C4}"/>
    <dgm:cxn modelId="{914AAE5D-003A-4C17-9645-BC07419EF0FB}" srcId="{69999DF2-DF94-4A86-A826-32500836F962}" destId="{6DE00CE5-1AF0-4470-B639-77C6BBA10287}" srcOrd="2" destOrd="0" parTransId="{B636E018-939F-4626-8BE3-988B1A578EE1}" sibTransId="{F500DC0E-8A5F-4EAC-AC33-248624574243}"/>
    <dgm:cxn modelId="{C7C4AC61-CC91-4D40-B3FF-F9D6C59B54B7}" type="presOf" srcId="{E0F2F3F3-DFAB-46B7-9803-83D9CE1A95DA}" destId="{6FA67154-8F1B-4846-8EAD-82D84B53E64E}" srcOrd="0" destOrd="0" presId="urn:microsoft.com/office/officeart/2005/8/layout/vList2"/>
    <dgm:cxn modelId="{85408468-6C82-3047-9321-C17E9B48EC50}" type="presOf" srcId="{B002F046-D4B4-4F4D-B04D-3635B0C9864E}" destId="{8456B446-52D3-A94D-82B8-701074F496FB}" srcOrd="0" destOrd="0" presId="urn:microsoft.com/office/officeart/2005/8/layout/vList2"/>
    <dgm:cxn modelId="{FFFF436D-72F6-DA4F-A89A-4FB88EC43E3C}" type="presOf" srcId="{B02E8208-A703-4941-A286-E8945408D140}" destId="{2C20F5CC-237D-E041-AE90-994FCD0AB82D}" srcOrd="0" destOrd="0" presId="urn:microsoft.com/office/officeart/2005/8/layout/vList2"/>
    <dgm:cxn modelId="{A532407C-1B57-4A22-97A8-0680371FC71B}" srcId="{AF56D80A-1E68-4F22-9237-D3414B978824}" destId="{320EF1F4-F8B9-4C13-A7A7-501F245D9294}" srcOrd="0" destOrd="0" parTransId="{E138E86D-B813-4BB8-AD2E-80B55EB82D50}" sibTransId="{01595FDA-8379-431B-9B7F-DF17403688A5}"/>
    <dgm:cxn modelId="{8A363281-36B7-C749-A836-793712794BB4}" type="presOf" srcId="{23E49E68-7B9C-47B3-8CA7-1271F35A07CD}" destId="{32CE1005-31DC-594E-85C0-A4904484D603}" srcOrd="0" destOrd="0" presId="urn:microsoft.com/office/officeart/2005/8/layout/vList2"/>
    <dgm:cxn modelId="{87D86084-38B6-1E47-B057-E3FCE20AE63C}" type="presOf" srcId="{AF56D80A-1E68-4F22-9237-D3414B978824}" destId="{B9AC8135-04E2-B24B-A23C-025FB18F4194}" srcOrd="0" destOrd="0" presId="urn:microsoft.com/office/officeart/2005/8/layout/vList2"/>
    <dgm:cxn modelId="{D40C2AC5-9F49-7543-93E5-4299EA7B3748}" type="presOf" srcId="{C29AEC1F-9090-4A76-87F7-BAA96A06F306}" destId="{967FB227-5DFC-1C48-A7EB-B4F2D491CF37}" srcOrd="0" destOrd="0" presId="urn:microsoft.com/office/officeart/2005/8/layout/vList2"/>
    <dgm:cxn modelId="{D88A81CF-39A4-0343-BBFD-7AB5777894B3}" type="presOf" srcId="{69999DF2-DF94-4A86-A826-32500836F962}" destId="{240A248E-9DE1-444B-A34C-02C193547F8D}" srcOrd="0" destOrd="0" presId="urn:microsoft.com/office/officeart/2005/8/layout/vList2"/>
    <dgm:cxn modelId="{231637E6-7274-4F25-B08F-3811B40E6827}" srcId="{C29AEC1F-9090-4A76-87F7-BAA96A06F306}" destId="{23E49E68-7B9C-47B3-8CA7-1271F35A07CD}" srcOrd="0" destOrd="0" parTransId="{C3D4B33D-1498-4D5C-83CE-9E6D9631C90A}" sibTransId="{51007CD9-EED4-4F5D-B2ED-C726B4A462BD}"/>
    <dgm:cxn modelId="{6CF2FDF1-FFA4-5549-8B52-FA4D665E177C}" type="presOf" srcId="{6DE00CE5-1AF0-4470-B639-77C6BBA10287}" destId="{8D8C39AA-C635-514C-866A-2317614601D4}" srcOrd="0" destOrd="0" presId="urn:microsoft.com/office/officeart/2005/8/layout/vList2"/>
    <dgm:cxn modelId="{7F3DADF8-D73D-4DAC-9121-607687EE9401}" srcId="{69999DF2-DF94-4A86-A826-32500836F962}" destId="{C29AEC1F-9090-4A76-87F7-BAA96A06F306}" srcOrd="3" destOrd="0" parTransId="{3576C601-B380-4399-8C21-4D87BD504B37}" sibTransId="{84A1FD15-B8F8-4528-9023-B23C425D662B}"/>
    <dgm:cxn modelId="{D71958D6-4232-4947-8302-CA8026EAEDFE}" type="presParOf" srcId="{240A248E-9DE1-444B-A34C-02C193547F8D}" destId="{B9AC8135-04E2-B24B-A23C-025FB18F4194}" srcOrd="0" destOrd="0" presId="urn:microsoft.com/office/officeart/2005/8/layout/vList2"/>
    <dgm:cxn modelId="{88D8AE7D-E987-CC4C-AE33-DD3EDD9202B8}" type="presParOf" srcId="{240A248E-9DE1-444B-A34C-02C193547F8D}" destId="{8FBEB328-88CF-8949-949F-20C3CC459C62}" srcOrd="1" destOrd="0" presId="urn:microsoft.com/office/officeart/2005/8/layout/vList2"/>
    <dgm:cxn modelId="{9D66F260-65EA-4348-8E16-EF7E7EAA6333}" type="presParOf" srcId="{240A248E-9DE1-444B-A34C-02C193547F8D}" destId="{6FA67154-8F1B-4846-8EAD-82D84B53E64E}" srcOrd="2" destOrd="0" presId="urn:microsoft.com/office/officeart/2005/8/layout/vList2"/>
    <dgm:cxn modelId="{64543D42-2F72-B54C-BF39-0DDB1240AD36}" type="presParOf" srcId="{240A248E-9DE1-444B-A34C-02C193547F8D}" destId="{2C20F5CC-237D-E041-AE90-994FCD0AB82D}" srcOrd="3" destOrd="0" presId="urn:microsoft.com/office/officeart/2005/8/layout/vList2"/>
    <dgm:cxn modelId="{C34CD884-CFA0-6F41-A074-16EA8AC3117C}" type="presParOf" srcId="{240A248E-9DE1-444B-A34C-02C193547F8D}" destId="{8D8C39AA-C635-514C-866A-2317614601D4}" srcOrd="4" destOrd="0" presId="urn:microsoft.com/office/officeart/2005/8/layout/vList2"/>
    <dgm:cxn modelId="{6D61EC01-BC51-F444-A8E4-423ED0100F22}" type="presParOf" srcId="{240A248E-9DE1-444B-A34C-02C193547F8D}" destId="{8456B446-52D3-A94D-82B8-701074F496FB}" srcOrd="5" destOrd="0" presId="urn:microsoft.com/office/officeart/2005/8/layout/vList2"/>
    <dgm:cxn modelId="{D6550600-2248-6A4D-88A3-23A8F65EF3AA}" type="presParOf" srcId="{240A248E-9DE1-444B-A34C-02C193547F8D}" destId="{967FB227-5DFC-1C48-A7EB-B4F2D491CF37}" srcOrd="6" destOrd="0" presId="urn:microsoft.com/office/officeart/2005/8/layout/vList2"/>
    <dgm:cxn modelId="{A98CC02B-12F3-0645-AD29-FC88395B71AA}" type="presParOf" srcId="{240A248E-9DE1-444B-A34C-02C193547F8D}" destId="{32CE1005-31DC-594E-85C0-A4904484D60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06AF0C-B436-4BB9-A8F6-161286B99D5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8DFC674-C291-44BB-A921-DC5816BD54E3}">
      <dgm:prSet/>
      <dgm:spPr/>
      <dgm:t>
        <a:bodyPr/>
        <a:lstStyle/>
        <a:p>
          <a:r>
            <a:rPr lang="en-US" b="1"/>
            <a:t>Orchestration</a:t>
          </a:r>
          <a:endParaRPr lang="en-US"/>
        </a:p>
      </dgm:t>
    </dgm:pt>
    <dgm:pt modelId="{AF22F3CE-6F6E-42E8-8B04-02CDF2F47F30}" type="parTrans" cxnId="{F235627C-DA91-48FF-8E6F-9C9250C24317}">
      <dgm:prSet/>
      <dgm:spPr/>
      <dgm:t>
        <a:bodyPr/>
        <a:lstStyle/>
        <a:p>
          <a:endParaRPr lang="en-US"/>
        </a:p>
      </dgm:t>
    </dgm:pt>
    <dgm:pt modelId="{F06B96C9-0A60-407A-A56A-2B8EC42CEDB2}" type="sibTrans" cxnId="{F235627C-DA91-48FF-8E6F-9C9250C24317}">
      <dgm:prSet/>
      <dgm:spPr/>
      <dgm:t>
        <a:bodyPr/>
        <a:lstStyle/>
        <a:p>
          <a:endParaRPr lang="en-US"/>
        </a:p>
      </dgm:t>
    </dgm:pt>
    <dgm:pt modelId="{2C1E3E53-F4DD-46E3-8AA4-F4E3834409D3}">
      <dgm:prSet/>
      <dgm:spPr/>
      <dgm:t>
        <a:bodyPr/>
        <a:lstStyle/>
        <a:p>
          <a:r>
            <a:rPr lang="en-US"/>
            <a:t>LangChain manages retrieval and prompt workflows.</a:t>
          </a:r>
        </a:p>
      </dgm:t>
    </dgm:pt>
    <dgm:pt modelId="{33768AB1-07EE-40BC-94B2-63D67C9DB3E6}" type="parTrans" cxnId="{B8CBBD58-1D0E-4D94-8ABC-71EA0A7FFDA9}">
      <dgm:prSet/>
      <dgm:spPr/>
      <dgm:t>
        <a:bodyPr/>
        <a:lstStyle/>
        <a:p>
          <a:endParaRPr lang="en-US"/>
        </a:p>
      </dgm:t>
    </dgm:pt>
    <dgm:pt modelId="{4D13F472-00AE-4452-97B5-74F16E2D24FB}" type="sibTrans" cxnId="{B8CBBD58-1D0E-4D94-8ABC-71EA0A7FFDA9}">
      <dgm:prSet/>
      <dgm:spPr/>
      <dgm:t>
        <a:bodyPr/>
        <a:lstStyle/>
        <a:p>
          <a:endParaRPr lang="en-US"/>
        </a:p>
      </dgm:t>
    </dgm:pt>
    <dgm:pt modelId="{4851C04A-0A27-4A7E-B2B3-BEA4A943FAFF}">
      <dgm:prSet/>
      <dgm:spPr/>
      <dgm:t>
        <a:bodyPr/>
        <a:lstStyle/>
        <a:p>
          <a:r>
            <a:rPr lang="en-US" b="1"/>
            <a:t>LLM</a:t>
          </a:r>
          <a:endParaRPr lang="en-US"/>
        </a:p>
      </dgm:t>
    </dgm:pt>
    <dgm:pt modelId="{CAA68439-C30E-48DD-92EA-7B6DED61FAEB}" type="parTrans" cxnId="{343558B0-B022-48A6-8D7D-0220D7827754}">
      <dgm:prSet/>
      <dgm:spPr/>
      <dgm:t>
        <a:bodyPr/>
        <a:lstStyle/>
        <a:p>
          <a:endParaRPr lang="en-US"/>
        </a:p>
      </dgm:t>
    </dgm:pt>
    <dgm:pt modelId="{F14B8536-BB8B-4344-B92F-FCED88E286E7}" type="sibTrans" cxnId="{343558B0-B022-48A6-8D7D-0220D7827754}">
      <dgm:prSet/>
      <dgm:spPr/>
      <dgm:t>
        <a:bodyPr/>
        <a:lstStyle/>
        <a:p>
          <a:endParaRPr lang="en-US"/>
        </a:p>
      </dgm:t>
    </dgm:pt>
    <dgm:pt modelId="{875BE21C-EEB2-481D-B52E-A3BDD6F53807}">
      <dgm:prSet/>
      <dgm:spPr/>
      <dgm:t>
        <a:bodyPr/>
        <a:lstStyle/>
        <a:p>
          <a:r>
            <a:rPr lang="en-US"/>
            <a:t>DeepSeek‑R1 Distilled model powers reasoning.</a:t>
          </a:r>
        </a:p>
      </dgm:t>
    </dgm:pt>
    <dgm:pt modelId="{2D18FF53-4BAF-4980-BEA9-59CBE0D33F58}" type="parTrans" cxnId="{566A34B4-4191-424E-8484-60CB482D7D09}">
      <dgm:prSet/>
      <dgm:spPr/>
      <dgm:t>
        <a:bodyPr/>
        <a:lstStyle/>
        <a:p>
          <a:endParaRPr lang="en-US"/>
        </a:p>
      </dgm:t>
    </dgm:pt>
    <dgm:pt modelId="{FCA52378-6A2B-4030-846D-86D5FC265FDF}" type="sibTrans" cxnId="{566A34B4-4191-424E-8484-60CB482D7D09}">
      <dgm:prSet/>
      <dgm:spPr/>
      <dgm:t>
        <a:bodyPr/>
        <a:lstStyle/>
        <a:p>
          <a:endParaRPr lang="en-US"/>
        </a:p>
      </dgm:t>
    </dgm:pt>
    <dgm:pt modelId="{F67F4118-D27A-48CA-81ED-E5E4C39FA4B7}">
      <dgm:prSet/>
      <dgm:spPr/>
      <dgm:t>
        <a:bodyPr/>
        <a:lstStyle/>
        <a:p>
          <a:r>
            <a:rPr lang="en-US" b="1"/>
            <a:t>Embeddings</a:t>
          </a:r>
          <a:endParaRPr lang="en-US"/>
        </a:p>
      </dgm:t>
    </dgm:pt>
    <dgm:pt modelId="{263E74F0-B153-4F8B-A67A-B7AB65655A2C}" type="parTrans" cxnId="{B21880FD-3A7D-4948-B84C-8AA65288D25C}">
      <dgm:prSet/>
      <dgm:spPr/>
      <dgm:t>
        <a:bodyPr/>
        <a:lstStyle/>
        <a:p>
          <a:endParaRPr lang="en-US"/>
        </a:p>
      </dgm:t>
    </dgm:pt>
    <dgm:pt modelId="{82DD2693-0C30-43E1-BD1D-8941488E21B5}" type="sibTrans" cxnId="{B21880FD-3A7D-4948-B84C-8AA65288D25C}">
      <dgm:prSet/>
      <dgm:spPr/>
      <dgm:t>
        <a:bodyPr/>
        <a:lstStyle/>
        <a:p>
          <a:endParaRPr lang="en-US"/>
        </a:p>
      </dgm:t>
    </dgm:pt>
    <dgm:pt modelId="{1CAD0FA5-8BA5-4E6B-8427-E94FBF22CFD7}">
      <dgm:prSet/>
      <dgm:spPr/>
      <dgm:t>
        <a:bodyPr/>
        <a:lstStyle/>
        <a:p>
          <a:r>
            <a:rPr lang="en-US"/>
            <a:t>Sentence Transformers enable semantic search.</a:t>
          </a:r>
        </a:p>
      </dgm:t>
    </dgm:pt>
    <dgm:pt modelId="{3536D9F7-56F3-4229-8AE8-A7D1093589C1}" type="parTrans" cxnId="{211753C7-E681-4081-9EFF-8F14AE865C02}">
      <dgm:prSet/>
      <dgm:spPr/>
      <dgm:t>
        <a:bodyPr/>
        <a:lstStyle/>
        <a:p>
          <a:endParaRPr lang="en-US"/>
        </a:p>
      </dgm:t>
    </dgm:pt>
    <dgm:pt modelId="{A7C019D9-2579-43B2-B491-4A5AB87ACBB7}" type="sibTrans" cxnId="{211753C7-E681-4081-9EFF-8F14AE865C02}">
      <dgm:prSet/>
      <dgm:spPr/>
      <dgm:t>
        <a:bodyPr/>
        <a:lstStyle/>
        <a:p>
          <a:endParaRPr lang="en-US"/>
        </a:p>
      </dgm:t>
    </dgm:pt>
    <dgm:pt modelId="{5C9F7BF5-CDAE-4F74-BCC9-9641DBB89D15}">
      <dgm:prSet/>
      <dgm:spPr/>
      <dgm:t>
        <a:bodyPr/>
        <a:lstStyle/>
        <a:p>
          <a:r>
            <a:rPr lang="en-US" b="1"/>
            <a:t>Vector Store</a:t>
          </a:r>
          <a:endParaRPr lang="en-US"/>
        </a:p>
      </dgm:t>
    </dgm:pt>
    <dgm:pt modelId="{8ACDE838-CC1D-411E-B50E-6130F88089C2}" type="parTrans" cxnId="{97E9F9FD-A0F3-48BF-B07D-7ECEDA3990A9}">
      <dgm:prSet/>
      <dgm:spPr/>
      <dgm:t>
        <a:bodyPr/>
        <a:lstStyle/>
        <a:p>
          <a:endParaRPr lang="en-US"/>
        </a:p>
      </dgm:t>
    </dgm:pt>
    <dgm:pt modelId="{81A624D8-2B51-4B2C-BDCA-AA20EF2265FC}" type="sibTrans" cxnId="{97E9F9FD-A0F3-48BF-B07D-7ECEDA3990A9}">
      <dgm:prSet/>
      <dgm:spPr/>
      <dgm:t>
        <a:bodyPr/>
        <a:lstStyle/>
        <a:p>
          <a:endParaRPr lang="en-US"/>
        </a:p>
      </dgm:t>
    </dgm:pt>
    <dgm:pt modelId="{08974D79-0900-439D-9FA5-1D4F7B1D6CF3}">
      <dgm:prSet/>
      <dgm:spPr/>
      <dgm:t>
        <a:bodyPr/>
        <a:lstStyle/>
        <a:p>
          <a:r>
            <a:rPr lang="en-US"/>
            <a:t>Chroma stores policy embeddings.</a:t>
          </a:r>
        </a:p>
      </dgm:t>
    </dgm:pt>
    <dgm:pt modelId="{D3F8A486-B472-4954-84F6-A0F7ECA3D873}" type="parTrans" cxnId="{E70E3187-3BC4-4B6C-80ED-B1C751E24DB7}">
      <dgm:prSet/>
      <dgm:spPr/>
      <dgm:t>
        <a:bodyPr/>
        <a:lstStyle/>
        <a:p>
          <a:endParaRPr lang="en-US"/>
        </a:p>
      </dgm:t>
    </dgm:pt>
    <dgm:pt modelId="{A47EC4B2-713C-4DAF-8F9C-66127F8358C4}" type="sibTrans" cxnId="{E70E3187-3BC4-4B6C-80ED-B1C751E24DB7}">
      <dgm:prSet/>
      <dgm:spPr/>
      <dgm:t>
        <a:bodyPr/>
        <a:lstStyle/>
        <a:p>
          <a:endParaRPr lang="en-US"/>
        </a:p>
      </dgm:t>
    </dgm:pt>
    <dgm:pt modelId="{7733F22E-637A-408C-95CA-0F7340C83A75}">
      <dgm:prSet/>
      <dgm:spPr/>
      <dgm:t>
        <a:bodyPr/>
        <a:lstStyle/>
        <a:p>
          <a:r>
            <a:rPr lang="en-US" b="1"/>
            <a:t>UI Layer</a:t>
          </a:r>
          <a:endParaRPr lang="en-US"/>
        </a:p>
      </dgm:t>
    </dgm:pt>
    <dgm:pt modelId="{86558237-CD61-407A-A7F8-0D2B859BD087}" type="parTrans" cxnId="{5EFD525D-BC05-4D2D-85A1-22A34C7B069C}">
      <dgm:prSet/>
      <dgm:spPr/>
      <dgm:t>
        <a:bodyPr/>
        <a:lstStyle/>
        <a:p>
          <a:endParaRPr lang="en-US"/>
        </a:p>
      </dgm:t>
    </dgm:pt>
    <dgm:pt modelId="{B9F33F34-9CD9-4F04-A611-0709374A5D5B}" type="sibTrans" cxnId="{5EFD525D-BC05-4D2D-85A1-22A34C7B069C}">
      <dgm:prSet/>
      <dgm:spPr/>
      <dgm:t>
        <a:bodyPr/>
        <a:lstStyle/>
        <a:p>
          <a:endParaRPr lang="en-US"/>
        </a:p>
      </dgm:t>
    </dgm:pt>
    <dgm:pt modelId="{BB292924-2534-4BC4-B27A-24DC5CF3EEDA}">
      <dgm:prSet/>
      <dgm:spPr/>
      <dgm:t>
        <a:bodyPr/>
        <a:lstStyle/>
        <a:p>
          <a:r>
            <a:rPr lang="en-US"/>
            <a:t>Gradio provides simple conversational interface.</a:t>
          </a:r>
        </a:p>
      </dgm:t>
    </dgm:pt>
    <dgm:pt modelId="{8F0AC1F2-40CA-4E0E-9F8E-DF3F35868C69}" type="parTrans" cxnId="{CC9EE527-812D-4DBB-96E9-5ADB309E7E59}">
      <dgm:prSet/>
      <dgm:spPr/>
      <dgm:t>
        <a:bodyPr/>
        <a:lstStyle/>
        <a:p>
          <a:endParaRPr lang="en-US"/>
        </a:p>
      </dgm:t>
    </dgm:pt>
    <dgm:pt modelId="{024807D4-B7D2-48E0-8193-CA77E59611D7}" type="sibTrans" cxnId="{CC9EE527-812D-4DBB-96E9-5ADB309E7E59}">
      <dgm:prSet/>
      <dgm:spPr/>
      <dgm:t>
        <a:bodyPr/>
        <a:lstStyle/>
        <a:p>
          <a:endParaRPr lang="en-US"/>
        </a:p>
      </dgm:t>
    </dgm:pt>
    <dgm:pt modelId="{CCAE3E16-9E92-4E75-A923-B3B674F0E95B}">
      <dgm:prSet/>
      <dgm:spPr/>
      <dgm:t>
        <a:bodyPr/>
        <a:lstStyle/>
        <a:p>
          <a:r>
            <a:rPr lang="en-US" b="1"/>
            <a:t>Environment</a:t>
          </a:r>
          <a:endParaRPr lang="en-US"/>
        </a:p>
      </dgm:t>
    </dgm:pt>
    <dgm:pt modelId="{AD415F2B-5EB9-4D43-95C4-30F7A442F9E5}" type="parTrans" cxnId="{2943AC2D-4E20-4B56-9125-5FDDCFA13786}">
      <dgm:prSet/>
      <dgm:spPr/>
      <dgm:t>
        <a:bodyPr/>
        <a:lstStyle/>
        <a:p>
          <a:endParaRPr lang="en-US"/>
        </a:p>
      </dgm:t>
    </dgm:pt>
    <dgm:pt modelId="{86EFC78C-8311-44B2-BCF5-8F6C7F61D398}" type="sibTrans" cxnId="{2943AC2D-4E20-4B56-9125-5FDDCFA13786}">
      <dgm:prSet/>
      <dgm:spPr/>
      <dgm:t>
        <a:bodyPr/>
        <a:lstStyle/>
        <a:p>
          <a:endParaRPr lang="en-US"/>
        </a:p>
      </dgm:t>
    </dgm:pt>
    <dgm:pt modelId="{0956C46D-F2E5-4956-90D0-7F2DF655CD25}">
      <dgm:prSet/>
      <dgm:spPr/>
      <dgm:t>
        <a:bodyPr/>
        <a:lstStyle/>
        <a:p>
          <a:r>
            <a:rPr lang="en-US"/>
            <a:t>Google Colab used for experimentation.</a:t>
          </a:r>
        </a:p>
      </dgm:t>
    </dgm:pt>
    <dgm:pt modelId="{02D15CB6-CB8B-4A17-A1A8-372FF33CDC78}" type="parTrans" cxnId="{B0949460-63B6-4D59-B793-2B4ACB33D61F}">
      <dgm:prSet/>
      <dgm:spPr/>
      <dgm:t>
        <a:bodyPr/>
        <a:lstStyle/>
        <a:p>
          <a:endParaRPr lang="en-US"/>
        </a:p>
      </dgm:t>
    </dgm:pt>
    <dgm:pt modelId="{E6E3519E-3AF4-46C2-B72D-5BCA31371DED}" type="sibTrans" cxnId="{B0949460-63B6-4D59-B793-2B4ACB33D61F}">
      <dgm:prSet/>
      <dgm:spPr/>
      <dgm:t>
        <a:bodyPr/>
        <a:lstStyle/>
        <a:p>
          <a:endParaRPr lang="en-US"/>
        </a:p>
      </dgm:t>
    </dgm:pt>
    <dgm:pt modelId="{7B83AB41-D010-C746-B8A6-33A8503C4A6C}" type="pres">
      <dgm:prSet presAssocID="{7F06AF0C-B436-4BB9-A8F6-161286B99D57}" presName="linear" presStyleCnt="0">
        <dgm:presLayoutVars>
          <dgm:animLvl val="lvl"/>
          <dgm:resizeHandles val="exact"/>
        </dgm:presLayoutVars>
      </dgm:prSet>
      <dgm:spPr/>
    </dgm:pt>
    <dgm:pt modelId="{E41FF63C-6183-8B43-8473-68D0CFBD6DD0}" type="pres">
      <dgm:prSet presAssocID="{E8DFC674-C291-44BB-A921-DC5816BD54E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79E013F-72C1-CF47-84D5-D193E5685602}" type="pres">
      <dgm:prSet presAssocID="{E8DFC674-C291-44BB-A921-DC5816BD54E3}" presName="childText" presStyleLbl="revTx" presStyleIdx="0" presStyleCnt="6">
        <dgm:presLayoutVars>
          <dgm:bulletEnabled val="1"/>
        </dgm:presLayoutVars>
      </dgm:prSet>
      <dgm:spPr/>
    </dgm:pt>
    <dgm:pt modelId="{66D79833-E29B-8D43-84F4-8D2920C8BD32}" type="pres">
      <dgm:prSet presAssocID="{4851C04A-0A27-4A7E-B2B3-BEA4A943FAF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C842190-D6B5-AB46-A9E3-7307F22FDD2D}" type="pres">
      <dgm:prSet presAssocID="{4851C04A-0A27-4A7E-B2B3-BEA4A943FAFF}" presName="childText" presStyleLbl="revTx" presStyleIdx="1" presStyleCnt="6">
        <dgm:presLayoutVars>
          <dgm:bulletEnabled val="1"/>
        </dgm:presLayoutVars>
      </dgm:prSet>
      <dgm:spPr/>
    </dgm:pt>
    <dgm:pt modelId="{28B96F91-12B5-9646-BDA7-1466CB7F8FC3}" type="pres">
      <dgm:prSet presAssocID="{F67F4118-D27A-48CA-81ED-E5E4C39FA4B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B239B12-946E-6042-986F-FE261B6AFD23}" type="pres">
      <dgm:prSet presAssocID="{F67F4118-D27A-48CA-81ED-E5E4C39FA4B7}" presName="childText" presStyleLbl="revTx" presStyleIdx="2" presStyleCnt="6">
        <dgm:presLayoutVars>
          <dgm:bulletEnabled val="1"/>
        </dgm:presLayoutVars>
      </dgm:prSet>
      <dgm:spPr/>
    </dgm:pt>
    <dgm:pt modelId="{335C3093-75FD-8247-8A00-7A736646D4D3}" type="pres">
      <dgm:prSet presAssocID="{5C9F7BF5-CDAE-4F74-BCC9-9641DBB89D1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548A4DC-12A3-B645-B07C-207A302CFB20}" type="pres">
      <dgm:prSet presAssocID="{5C9F7BF5-CDAE-4F74-BCC9-9641DBB89D15}" presName="childText" presStyleLbl="revTx" presStyleIdx="3" presStyleCnt="6">
        <dgm:presLayoutVars>
          <dgm:bulletEnabled val="1"/>
        </dgm:presLayoutVars>
      </dgm:prSet>
      <dgm:spPr/>
    </dgm:pt>
    <dgm:pt modelId="{05EFF755-FCD2-AB4D-93D7-D64EF689243E}" type="pres">
      <dgm:prSet presAssocID="{7733F22E-637A-408C-95CA-0F7340C83A7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85DAD11-F7C9-8044-B694-F0481601B02E}" type="pres">
      <dgm:prSet presAssocID="{7733F22E-637A-408C-95CA-0F7340C83A75}" presName="childText" presStyleLbl="revTx" presStyleIdx="4" presStyleCnt="6">
        <dgm:presLayoutVars>
          <dgm:bulletEnabled val="1"/>
        </dgm:presLayoutVars>
      </dgm:prSet>
      <dgm:spPr/>
    </dgm:pt>
    <dgm:pt modelId="{AD532548-F98E-E14C-8BC1-49F0D91EFC03}" type="pres">
      <dgm:prSet presAssocID="{CCAE3E16-9E92-4E75-A923-B3B674F0E95B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865D07F3-A382-6247-AB2C-D813AB7A9C1D}" type="pres">
      <dgm:prSet presAssocID="{CCAE3E16-9E92-4E75-A923-B3B674F0E95B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1F73DB03-C77D-AA48-AFBD-FCCE6CE84D59}" type="presOf" srcId="{4851C04A-0A27-4A7E-B2B3-BEA4A943FAFF}" destId="{66D79833-E29B-8D43-84F4-8D2920C8BD32}" srcOrd="0" destOrd="0" presId="urn:microsoft.com/office/officeart/2005/8/layout/vList2"/>
    <dgm:cxn modelId="{4B5F7711-CFCE-4444-9166-4CDA0F496AF3}" type="presOf" srcId="{08974D79-0900-439D-9FA5-1D4F7B1D6CF3}" destId="{5548A4DC-12A3-B645-B07C-207A302CFB20}" srcOrd="0" destOrd="0" presId="urn:microsoft.com/office/officeart/2005/8/layout/vList2"/>
    <dgm:cxn modelId="{CC9EE527-812D-4DBB-96E9-5ADB309E7E59}" srcId="{7733F22E-637A-408C-95CA-0F7340C83A75}" destId="{BB292924-2534-4BC4-B27A-24DC5CF3EEDA}" srcOrd="0" destOrd="0" parTransId="{8F0AC1F2-40CA-4E0E-9F8E-DF3F35868C69}" sibTransId="{024807D4-B7D2-48E0-8193-CA77E59611D7}"/>
    <dgm:cxn modelId="{C0F30A28-CF23-9649-AF17-F18AED79F63B}" type="presOf" srcId="{875BE21C-EEB2-481D-B52E-A3BDD6F53807}" destId="{EC842190-D6B5-AB46-A9E3-7307F22FDD2D}" srcOrd="0" destOrd="0" presId="urn:microsoft.com/office/officeart/2005/8/layout/vList2"/>
    <dgm:cxn modelId="{14069A2A-AA9D-9F42-86F1-D6CDEAC44149}" type="presOf" srcId="{7733F22E-637A-408C-95CA-0F7340C83A75}" destId="{05EFF755-FCD2-AB4D-93D7-D64EF689243E}" srcOrd="0" destOrd="0" presId="urn:microsoft.com/office/officeart/2005/8/layout/vList2"/>
    <dgm:cxn modelId="{2943AC2D-4E20-4B56-9125-5FDDCFA13786}" srcId="{7F06AF0C-B436-4BB9-A8F6-161286B99D57}" destId="{CCAE3E16-9E92-4E75-A923-B3B674F0E95B}" srcOrd="5" destOrd="0" parTransId="{AD415F2B-5EB9-4D43-95C4-30F7A442F9E5}" sibTransId="{86EFC78C-8311-44B2-BCF5-8F6C7F61D398}"/>
    <dgm:cxn modelId="{2BB1413E-8775-0944-A456-E95BF632688D}" type="presOf" srcId="{5C9F7BF5-CDAE-4F74-BCC9-9641DBB89D15}" destId="{335C3093-75FD-8247-8A00-7A736646D4D3}" srcOrd="0" destOrd="0" presId="urn:microsoft.com/office/officeart/2005/8/layout/vList2"/>
    <dgm:cxn modelId="{B8CBBD58-1D0E-4D94-8ABC-71EA0A7FFDA9}" srcId="{E8DFC674-C291-44BB-A921-DC5816BD54E3}" destId="{2C1E3E53-F4DD-46E3-8AA4-F4E3834409D3}" srcOrd="0" destOrd="0" parTransId="{33768AB1-07EE-40BC-94B2-63D67C9DB3E6}" sibTransId="{4D13F472-00AE-4452-97B5-74F16E2D24FB}"/>
    <dgm:cxn modelId="{5EFD525D-BC05-4D2D-85A1-22A34C7B069C}" srcId="{7F06AF0C-B436-4BB9-A8F6-161286B99D57}" destId="{7733F22E-637A-408C-95CA-0F7340C83A75}" srcOrd="4" destOrd="0" parTransId="{86558237-CD61-407A-A7F8-0D2B859BD087}" sibTransId="{B9F33F34-9CD9-4F04-A611-0709374A5D5B}"/>
    <dgm:cxn modelId="{B0949460-63B6-4D59-B793-2B4ACB33D61F}" srcId="{CCAE3E16-9E92-4E75-A923-B3B674F0E95B}" destId="{0956C46D-F2E5-4956-90D0-7F2DF655CD25}" srcOrd="0" destOrd="0" parTransId="{02D15CB6-CB8B-4A17-A1A8-372FF33CDC78}" sibTransId="{E6E3519E-3AF4-46C2-B72D-5BCA31371DED}"/>
    <dgm:cxn modelId="{EDEA9E77-3453-DB48-A477-01E0E6CA773A}" type="presOf" srcId="{7F06AF0C-B436-4BB9-A8F6-161286B99D57}" destId="{7B83AB41-D010-C746-B8A6-33A8503C4A6C}" srcOrd="0" destOrd="0" presId="urn:microsoft.com/office/officeart/2005/8/layout/vList2"/>
    <dgm:cxn modelId="{F235627C-DA91-48FF-8E6F-9C9250C24317}" srcId="{7F06AF0C-B436-4BB9-A8F6-161286B99D57}" destId="{E8DFC674-C291-44BB-A921-DC5816BD54E3}" srcOrd="0" destOrd="0" parTransId="{AF22F3CE-6F6E-42E8-8B04-02CDF2F47F30}" sibTransId="{F06B96C9-0A60-407A-A56A-2B8EC42CEDB2}"/>
    <dgm:cxn modelId="{1D81E77D-CA81-974A-84E4-F86AEE8527E9}" type="presOf" srcId="{E8DFC674-C291-44BB-A921-DC5816BD54E3}" destId="{E41FF63C-6183-8B43-8473-68D0CFBD6DD0}" srcOrd="0" destOrd="0" presId="urn:microsoft.com/office/officeart/2005/8/layout/vList2"/>
    <dgm:cxn modelId="{E70E3187-3BC4-4B6C-80ED-B1C751E24DB7}" srcId="{5C9F7BF5-CDAE-4F74-BCC9-9641DBB89D15}" destId="{08974D79-0900-439D-9FA5-1D4F7B1D6CF3}" srcOrd="0" destOrd="0" parTransId="{D3F8A486-B472-4954-84F6-A0F7ECA3D873}" sibTransId="{A47EC4B2-713C-4DAF-8F9C-66127F8358C4}"/>
    <dgm:cxn modelId="{EDEA1688-C154-EB42-A85A-4D6D798209B9}" type="presOf" srcId="{BB292924-2534-4BC4-B27A-24DC5CF3EEDA}" destId="{C85DAD11-F7C9-8044-B694-F0481601B02E}" srcOrd="0" destOrd="0" presId="urn:microsoft.com/office/officeart/2005/8/layout/vList2"/>
    <dgm:cxn modelId="{3D362592-259D-CD47-AA20-87FAA4FE0A5B}" type="presOf" srcId="{1CAD0FA5-8BA5-4E6B-8427-E94FBF22CFD7}" destId="{CB239B12-946E-6042-986F-FE261B6AFD23}" srcOrd="0" destOrd="0" presId="urn:microsoft.com/office/officeart/2005/8/layout/vList2"/>
    <dgm:cxn modelId="{645345A9-D8DD-2E4F-90AF-CB6598F087E8}" type="presOf" srcId="{CCAE3E16-9E92-4E75-A923-B3B674F0E95B}" destId="{AD532548-F98E-E14C-8BC1-49F0D91EFC03}" srcOrd="0" destOrd="0" presId="urn:microsoft.com/office/officeart/2005/8/layout/vList2"/>
    <dgm:cxn modelId="{343558B0-B022-48A6-8D7D-0220D7827754}" srcId="{7F06AF0C-B436-4BB9-A8F6-161286B99D57}" destId="{4851C04A-0A27-4A7E-B2B3-BEA4A943FAFF}" srcOrd="1" destOrd="0" parTransId="{CAA68439-C30E-48DD-92EA-7B6DED61FAEB}" sibTransId="{F14B8536-BB8B-4344-B92F-FCED88E286E7}"/>
    <dgm:cxn modelId="{566A34B4-4191-424E-8484-60CB482D7D09}" srcId="{4851C04A-0A27-4A7E-B2B3-BEA4A943FAFF}" destId="{875BE21C-EEB2-481D-B52E-A3BDD6F53807}" srcOrd="0" destOrd="0" parTransId="{2D18FF53-4BAF-4980-BEA9-59CBE0D33F58}" sibTransId="{FCA52378-6A2B-4030-846D-86D5FC265FDF}"/>
    <dgm:cxn modelId="{211753C7-E681-4081-9EFF-8F14AE865C02}" srcId="{F67F4118-D27A-48CA-81ED-E5E4C39FA4B7}" destId="{1CAD0FA5-8BA5-4E6B-8427-E94FBF22CFD7}" srcOrd="0" destOrd="0" parTransId="{3536D9F7-56F3-4229-8AE8-A7D1093589C1}" sibTransId="{A7C019D9-2579-43B2-B491-4A5AB87ACBB7}"/>
    <dgm:cxn modelId="{FE3628D9-BB3D-CC4B-B298-AC5EA67C4CF2}" type="presOf" srcId="{F67F4118-D27A-48CA-81ED-E5E4C39FA4B7}" destId="{28B96F91-12B5-9646-BDA7-1466CB7F8FC3}" srcOrd="0" destOrd="0" presId="urn:microsoft.com/office/officeart/2005/8/layout/vList2"/>
    <dgm:cxn modelId="{A4CAE0F3-5EB4-7E46-8835-1EF903D5B668}" type="presOf" srcId="{0956C46D-F2E5-4956-90D0-7F2DF655CD25}" destId="{865D07F3-A382-6247-AB2C-D813AB7A9C1D}" srcOrd="0" destOrd="0" presId="urn:microsoft.com/office/officeart/2005/8/layout/vList2"/>
    <dgm:cxn modelId="{869657F6-2021-0F4B-9DB3-189A7D3B6348}" type="presOf" srcId="{2C1E3E53-F4DD-46E3-8AA4-F4E3834409D3}" destId="{279E013F-72C1-CF47-84D5-D193E5685602}" srcOrd="0" destOrd="0" presId="urn:microsoft.com/office/officeart/2005/8/layout/vList2"/>
    <dgm:cxn modelId="{B21880FD-3A7D-4948-B84C-8AA65288D25C}" srcId="{7F06AF0C-B436-4BB9-A8F6-161286B99D57}" destId="{F67F4118-D27A-48CA-81ED-E5E4C39FA4B7}" srcOrd="2" destOrd="0" parTransId="{263E74F0-B153-4F8B-A67A-B7AB65655A2C}" sibTransId="{82DD2693-0C30-43E1-BD1D-8941488E21B5}"/>
    <dgm:cxn modelId="{97E9F9FD-A0F3-48BF-B07D-7ECEDA3990A9}" srcId="{7F06AF0C-B436-4BB9-A8F6-161286B99D57}" destId="{5C9F7BF5-CDAE-4F74-BCC9-9641DBB89D15}" srcOrd="3" destOrd="0" parTransId="{8ACDE838-CC1D-411E-B50E-6130F88089C2}" sibTransId="{81A624D8-2B51-4B2C-BDCA-AA20EF2265FC}"/>
    <dgm:cxn modelId="{CEF36F5F-5027-8D4E-B763-274B50BDC08C}" type="presParOf" srcId="{7B83AB41-D010-C746-B8A6-33A8503C4A6C}" destId="{E41FF63C-6183-8B43-8473-68D0CFBD6DD0}" srcOrd="0" destOrd="0" presId="urn:microsoft.com/office/officeart/2005/8/layout/vList2"/>
    <dgm:cxn modelId="{FEBA847B-DE03-624C-B8EA-96AF673FD783}" type="presParOf" srcId="{7B83AB41-D010-C746-B8A6-33A8503C4A6C}" destId="{279E013F-72C1-CF47-84D5-D193E5685602}" srcOrd="1" destOrd="0" presId="urn:microsoft.com/office/officeart/2005/8/layout/vList2"/>
    <dgm:cxn modelId="{5FC89978-A388-4449-98DB-04C5827C3000}" type="presParOf" srcId="{7B83AB41-D010-C746-B8A6-33A8503C4A6C}" destId="{66D79833-E29B-8D43-84F4-8D2920C8BD32}" srcOrd="2" destOrd="0" presId="urn:microsoft.com/office/officeart/2005/8/layout/vList2"/>
    <dgm:cxn modelId="{1EAF3702-19CC-BA4D-922F-61229159D988}" type="presParOf" srcId="{7B83AB41-D010-C746-B8A6-33A8503C4A6C}" destId="{EC842190-D6B5-AB46-A9E3-7307F22FDD2D}" srcOrd="3" destOrd="0" presId="urn:microsoft.com/office/officeart/2005/8/layout/vList2"/>
    <dgm:cxn modelId="{C3EF29E2-F686-F24F-A25C-EE6D007C9E7C}" type="presParOf" srcId="{7B83AB41-D010-C746-B8A6-33A8503C4A6C}" destId="{28B96F91-12B5-9646-BDA7-1466CB7F8FC3}" srcOrd="4" destOrd="0" presId="urn:microsoft.com/office/officeart/2005/8/layout/vList2"/>
    <dgm:cxn modelId="{87A3C59B-2D83-0441-A4C1-318F456F6519}" type="presParOf" srcId="{7B83AB41-D010-C746-B8A6-33A8503C4A6C}" destId="{CB239B12-946E-6042-986F-FE261B6AFD23}" srcOrd="5" destOrd="0" presId="urn:microsoft.com/office/officeart/2005/8/layout/vList2"/>
    <dgm:cxn modelId="{F7DAFD3F-B979-8140-B383-D33A4DECE996}" type="presParOf" srcId="{7B83AB41-D010-C746-B8A6-33A8503C4A6C}" destId="{335C3093-75FD-8247-8A00-7A736646D4D3}" srcOrd="6" destOrd="0" presId="urn:microsoft.com/office/officeart/2005/8/layout/vList2"/>
    <dgm:cxn modelId="{963F867F-B868-BF46-B7BD-CFD2918CD175}" type="presParOf" srcId="{7B83AB41-D010-C746-B8A6-33A8503C4A6C}" destId="{5548A4DC-12A3-B645-B07C-207A302CFB20}" srcOrd="7" destOrd="0" presId="urn:microsoft.com/office/officeart/2005/8/layout/vList2"/>
    <dgm:cxn modelId="{C461F7C0-07E2-9A48-B60A-76AE3BB6969E}" type="presParOf" srcId="{7B83AB41-D010-C746-B8A6-33A8503C4A6C}" destId="{05EFF755-FCD2-AB4D-93D7-D64EF689243E}" srcOrd="8" destOrd="0" presId="urn:microsoft.com/office/officeart/2005/8/layout/vList2"/>
    <dgm:cxn modelId="{4F5CDA00-DC3B-8045-AC84-447A50BBC07A}" type="presParOf" srcId="{7B83AB41-D010-C746-B8A6-33A8503C4A6C}" destId="{C85DAD11-F7C9-8044-B694-F0481601B02E}" srcOrd="9" destOrd="0" presId="urn:microsoft.com/office/officeart/2005/8/layout/vList2"/>
    <dgm:cxn modelId="{16F8D5F8-D02E-8E4B-896E-756FB74DCF6A}" type="presParOf" srcId="{7B83AB41-D010-C746-B8A6-33A8503C4A6C}" destId="{AD532548-F98E-E14C-8BC1-49F0D91EFC03}" srcOrd="10" destOrd="0" presId="urn:microsoft.com/office/officeart/2005/8/layout/vList2"/>
    <dgm:cxn modelId="{08FEDB30-992A-0C4C-9CED-358B2C6BAA4B}" type="presParOf" srcId="{7B83AB41-D010-C746-B8A6-33A8503C4A6C}" destId="{865D07F3-A382-6247-AB2C-D813AB7A9C1D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15018AE-123C-487F-A8E9-E9CE9E4596D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8A590C3-E8C8-47D9-938D-B977AB8EC37C}">
      <dgm:prSet/>
      <dgm:spPr/>
      <dgm:t>
        <a:bodyPr/>
        <a:lstStyle/>
        <a:p>
          <a:r>
            <a:rPr lang="en-US" b="1"/>
            <a:t>Policy Q&amp;A Mode</a:t>
          </a:r>
          <a:endParaRPr lang="en-US"/>
        </a:p>
      </dgm:t>
    </dgm:pt>
    <dgm:pt modelId="{09E3CCF6-3CA2-4B98-8859-DCD2D04E460A}" type="parTrans" cxnId="{C2BE03BE-F6BF-4504-8DB3-866910A5DEF1}">
      <dgm:prSet/>
      <dgm:spPr/>
      <dgm:t>
        <a:bodyPr/>
        <a:lstStyle/>
        <a:p>
          <a:endParaRPr lang="en-US"/>
        </a:p>
      </dgm:t>
    </dgm:pt>
    <dgm:pt modelId="{7C8442A8-1428-4FC8-B4B2-EE6D60827A67}" type="sibTrans" cxnId="{C2BE03BE-F6BF-4504-8DB3-866910A5DEF1}">
      <dgm:prSet/>
      <dgm:spPr/>
      <dgm:t>
        <a:bodyPr/>
        <a:lstStyle/>
        <a:p>
          <a:endParaRPr lang="en-US"/>
        </a:p>
      </dgm:t>
    </dgm:pt>
    <dgm:pt modelId="{17285779-863B-432D-89C7-15255267FE73}">
      <dgm:prSet/>
      <dgm:spPr/>
      <dgm:t>
        <a:bodyPr/>
        <a:lstStyle/>
        <a:p>
          <a:r>
            <a:rPr lang="en-US"/>
            <a:t>Users can ask coverage or clause related questions.</a:t>
          </a:r>
        </a:p>
      </dgm:t>
    </dgm:pt>
    <dgm:pt modelId="{315316C9-747C-40FB-9D93-E8D78C4842B1}" type="parTrans" cxnId="{670E2786-6FAE-4481-8C09-9CF3943DEDBE}">
      <dgm:prSet/>
      <dgm:spPr/>
      <dgm:t>
        <a:bodyPr/>
        <a:lstStyle/>
        <a:p>
          <a:endParaRPr lang="en-US"/>
        </a:p>
      </dgm:t>
    </dgm:pt>
    <dgm:pt modelId="{C8F7B72C-47A0-4ED7-89B8-B023B845DA6D}" type="sibTrans" cxnId="{670E2786-6FAE-4481-8C09-9CF3943DEDBE}">
      <dgm:prSet/>
      <dgm:spPr/>
      <dgm:t>
        <a:bodyPr/>
        <a:lstStyle/>
        <a:p>
          <a:endParaRPr lang="en-US"/>
        </a:p>
      </dgm:t>
    </dgm:pt>
    <dgm:pt modelId="{13F63A0D-D895-4EEE-A122-CD3489D39F2C}">
      <dgm:prSet/>
      <dgm:spPr/>
      <dgm:t>
        <a:bodyPr/>
        <a:lstStyle/>
        <a:p>
          <a:r>
            <a:rPr lang="en-US" b="1"/>
            <a:t>Claim Pre‑check Mode</a:t>
          </a:r>
          <a:endParaRPr lang="en-US"/>
        </a:p>
      </dgm:t>
    </dgm:pt>
    <dgm:pt modelId="{095265F6-154A-4319-A40A-48C3A17326C1}" type="parTrans" cxnId="{105757E0-C941-477B-9E4E-38E0A431D365}">
      <dgm:prSet/>
      <dgm:spPr/>
      <dgm:t>
        <a:bodyPr/>
        <a:lstStyle/>
        <a:p>
          <a:endParaRPr lang="en-US"/>
        </a:p>
      </dgm:t>
    </dgm:pt>
    <dgm:pt modelId="{CCF8095D-0026-4595-AB48-BFC95C183414}" type="sibTrans" cxnId="{105757E0-C941-477B-9E4E-38E0A431D365}">
      <dgm:prSet/>
      <dgm:spPr/>
      <dgm:t>
        <a:bodyPr/>
        <a:lstStyle/>
        <a:p>
          <a:endParaRPr lang="en-US"/>
        </a:p>
      </dgm:t>
    </dgm:pt>
    <dgm:pt modelId="{E1DF71F4-3E1D-42DF-9C51-F567471F990B}">
      <dgm:prSet/>
      <dgm:spPr/>
      <dgm:t>
        <a:bodyPr/>
        <a:lstStyle/>
        <a:p>
          <a:r>
            <a:rPr lang="en-US"/>
            <a:t>System evaluates claim likelihood.</a:t>
          </a:r>
        </a:p>
      </dgm:t>
    </dgm:pt>
    <dgm:pt modelId="{219F0B81-A978-44CC-A04E-0BBCDE5002E0}" type="parTrans" cxnId="{1F23F123-C07E-467A-9CA7-2C94B51DCA9B}">
      <dgm:prSet/>
      <dgm:spPr/>
      <dgm:t>
        <a:bodyPr/>
        <a:lstStyle/>
        <a:p>
          <a:endParaRPr lang="en-US"/>
        </a:p>
      </dgm:t>
    </dgm:pt>
    <dgm:pt modelId="{E867DB4B-D206-4EFA-925D-CCEBC28F5804}" type="sibTrans" cxnId="{1F23F123-C07E-467A-9CA7-2C94B51DCA9B}">
      <dgm:prSet/>
      <dgm:spPr/>
      <dgm:t>
        <a:bodyPr/>
        <a:lstStyle/>
        <a:p>
          <a:endParaRPr lang="en-US"/>
        </a:p>
      </dgm:t>
    </dgm:pt>
    <dgm:pt modelId="{E7FD5C7E-7BBE-400A-A45B-C7FB81A2710B}">
      <dgm:prSet/>
      <dgm:spPr/>
      <dgm:t>
        <a:bodyPr/>
        <a:lstStyle/>
        <a:p>
          <a:r>
            <a:rPr lang="en-US" b="1"/>
            <a:t>Source Citation</a:t>
          </a:r>
          <a:endParaRPr lang="en-US"/>
        </a:p>
      </dgm:t>
    </dgm:pt>
    <dgm:pt modelId="{6147C3FF-FC1C-4AE1-85C3-4EE9080A75B4}" type="parTrans" cxnId="{3E444FF2-97E0-4265-9DB4-A489895B060A}">
      <dgm:prSet/>
      <dgm:spPr/>
      <dgm:t>
        <a:bodyPr/>
        <a:lstStyle/>
        <a:p>
          <a:endParaRPr lang="en-US"/>
        </a:p>
      </dgm:t>
    </dgm:pt>
    <dgm:pt modelId="{E1764DCB-86C6-4686-94AA-0CDC6BAECE93}" type="sibTrans" cxnId="{3E444FF2-97E0-4265-9DB4-A489895B060A}">
      <dgm:prSet/>
      <dgm:spPr/>
      <dgm:t>
        <a:bodyPr/>
        <a:lstStyle/>
        <a:p>
          <a:endParaRPr lang="en-US"/>
        </a:p>
      </dgm:t>
    </dgm:pt>
    <dgm:pt modelId="{12AA05E3-AFD6-48E8-AB73-920983403E74}">
      <dgm:prSet/>
      <dgm:spPr/>
      <dgm:t>
        <a:bodyPr/>
        <a:lstStyle/>
        <a:p>
          <a:r>
            <a:rPr lang="en-US"/>
            <a:t>Displays policy page references.</a:t>
          </a:r>
        </a:p>
      </dgm:t>
    </dgm:pt>
    <dgm:pt modelId="{1A1122ED-785C-45B7-B875-0CB6EC0BB100}" type="parTrans" cxnId="{89C1A20A-8078-4F84-96E5-2687E91CF315}">
      <dgm:prSet/>
      <dgm:spPr/>
      <dgm:t>
        <a:bodyPr/>
        <a:lstStyle/>
        <a:p>
          <a:endParaRPr lang="en-US"/>
        </a:p>
      </dgm:t>
    </dgm:pt>
    <dgm:pt modelId="{7228E3DD-80F3-411D-BDB2-F147C05D0F68}" type="sibTrans" cxnId="{89C1A20A-8078-4F84-96E5-2687E91CF315}">
      <dgm:prSet/>
      <dgm:spPr/>
      <dgm:t>
        <a:bodyPr/>
        <a:lstStyle/>
        <a:p>
          <a:endParaRPr lang="en-US"/>
        </a:p>
      </dgm:t>
    </dgm:pt>
    <dgm:pt modelId="{A974F0B3-51FF-4AC0-8A2B-0A1D1ECF17D7}">
      <dgm:prSet/>
      <dgm:spPr/>
      <dgm:t>
        <a:bodyPr/>
        <a:lstStyle/>
        <a:p>
          <a:r>
            <a:rPr lang="en-US" b="1"/>
            <a:t>Grounded Reasoning</a:t>
          </a:r>
          <a:endParaRPr lang="en-US"/>
        </a:p>
      </dgm:t>
    </dgm:pt>
    <dgm:pt modelId="{8C5B86D2-6496-4A6A-85E5-BE8515DAF491}" type="parTrans" cxnId="{5CE01860-B7A5-4AA4-896A-48C42B48ACAB}">
      <dgm:prSet/>
      <dgm:spPr/>
      <dgm:t>
        <a:bodyPr/>
        <a:lstStyle/>
        <a:p>
          <a:endParaRPr lang="en-US"/>
        </a:p>
      </dgm:t>
    </dgm:pt>
    <dgm:pt modelId="{38C1B0BA-354C-4526-8AA7-4512595D02CF}" type="sibTrans" cxnId="{5CE01860-B7A5-4AA4-896A-48C42B48ACAB}">
      <dgm:prSet/>
      <dgm:spPr/>
      <dgm:t>
        <a:bodyPr/>
        <a:lstStyle/>
        <a:p>
          <a:endParaRPr lang="en-US"/>
        </a:p>
      </dgm:t>
    </dgm:pt>
    <dgm:pt modelId="{0B1E8EEB-4D2F-42AB-999B-A26FB72AEA12}">
      <dgm:prSet/>
      <dgm:spPr/>
      <dgm:t>
        <a:bodyPr/>
        <a:lstStyle/>
        <a:p>
          <a:r>
            <a:rPr lang="en-US"/>
            <a:t>Answers built using retrieved policy context.</a:t>
          </a:r>
        </a:p>
      </dgm:t>
    </dgm:pt>
    <dgm:pt modelId="{1C982A86-F924-473C-8E5C-964CE3551084}" type="parTrans" cxnId="{D5F50942-4B57-4D38-B51D-45E41A7E7A0E}">
      <dgm:prSet/>
      <dgm:spPr/>
      <dgm:t>
        <a:bodyPr/>
        <a:lstStyle/>
        <a:p>
          <a:endParaRPr lang="en-US"/>
        </a:p>
      </dgm:t>
    </dgm:pt>
    <dgm:pt modelId="{43526E37-5D1F-43D9-B9DD-6285F5E6F28F}" type="sibTrans" cxnId="{D5F50942-4B57-4D38-B51D-45E41A7E7A0E}">
      <dgm:prSet/>
      <dgm:spPr/>
      <dgm:t>
        <a:bodyPr/>
        <a:lstStyle/>
        <a:p>
          <a:endParaRPr lang="en-US"/>
        </a:p>
      </dgm:t>
    </dgm:pt>
    <dgm:pt modelId="{B9FF53E8-245A-40F8-9E2F-841EC95B1B90}">
      <dgm:prSet/>
      <dgm:spPr/>
      <dgm:t>
        <a:bodyPr/>
        <a:lstStyle/>
        <a:p>
          <a:r>
            <a:rPr lang="en-US" b="1"/>
            <a:t>Simple Chat UI</a:t>
          </a:r>
          <a:endParaRPr lang="en-US"/>
        </a:p>
      </dgm:t>
    </dgm:pt>
    <dgm:pt modelId="{164555C7-770E-4846-A515-41746ADB0910}" type="parTrans" cxnId="{516A6AB5-5516-46CF-9F19-424BD7D6F274}">
      <dgm:prSet/>
      <dgm:spPr/>
      <dgm:t>
        <a:bodyPr/>
        <a:lstStyle/>
        <a:p>
          <a:endParaRPr lang="en-US"/>
        </a:p>
      </dgm:t>
    </dgm:pt>
    <dgm:pt modelId="{E2CE51CB-F295-4BB9-9811-61CC4922AE24}" type="sibTrans" cxnId="{516A6AB5-5516-46CF-9F19-424BD7D6F274}">
      <dgm:prSet/>
      <dgm:spPr/>
      <dgm:t>
        <a:bodyPr/>
        <a:lstStyle/>
        <a:p>
          <a:endParaRPr lang="en-US"/>
        </a:p>
      </dgm:t>
    </dgm:pt>
    <dgm:pt modelId="{C1AE28E9-03B4-46A3-9234-0D522F83F88C}">
      <dgm:prSet/>
      <dgm:spPr/>
      <dgm:t>
        <a:bodyPr/>
        <a:lstStyle/>
        <a:p>
          <a:r>
            <a:rPr lang="en-US"/>
            <a:t>Intuitive conversational interaction.</a:t>
          </a:r>
        </a:p>
      </dgm:t>
    </dgm:pt>
    <dgm:pt modelId="{5599FBE5-9D79-4DDF-8C47-096E9A48A552}" type="parTrans" cxnId="{D68934B6-CFA4-49E8-82DA-C2716EBF8A68}">
      <dgm:prSet/>
      <dgm:spPr/>
      <dgm:t>
        <a:bodyPr/>
        <a:lstStyle/>
        <a:p>
          <a:endParaRPr lang="en-US"/>
        </a:p>
      </dgm:t>
    </dgm:pt>
    <dgm:pt modelId="{A238776B-2E2B-412F-8D02-3DD312E71DB5}" type="sibTrans" cxnId="{D68934B6-CFA4-49E8-82DA-C2716EBF8A68}">
      <dgm:prSet/>
      <dgm:spPr/>
      <dgm:t>
        <a:bodyPr/>
        <a:lstStyle/>
        <a:p>
          <a:endParaRPr lang="en-US"/>
        </a:p>
      </dgm:t>
    </dgm:pt>
    <dgm:pt modelId="{A2B93E86-4A43-824E-BDC9-28518569C1B7}" type="pres">
      <dgm:prSet presAssocID="{615018AE-123C-487F-A8E9-E9CE9E4596DB}" presName="linear" presStyleCnt="0">
        <dgm:presLayoutVars>
          <dgm:animLvl val="lvl"/>
          <dgm:resizeHandles val="exact"/>
        </dgm:presLayoutVars>
      </dgm:prSet>
      <dgm:spPr/>
    </dgm:pt>
    <dgm:pt modelId="{D92D88E6-3F49-B348-A73B-571C42EAE3A7}" type="pres">
      <dgm:prSet presAssocID="{68A590C3-E8C8-47D9-938D-B977AB8EC37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C3984F5-4FA1-3044-AD87-B0F79EEF51FB}" type="pres">
      <dgm:prSet presAssocID="{68A590C3-E8C8-47D9-938D-B977AB8EC37C}" presName="childText" presStyleLbl="revTx" presStyleIdx="0" presStyleCnt="5">
        <dgm:presLayoutVars>
          <dgm:bulletEnabled val="1"/>
        </dgm:presLayoutVars>
      </dgm:prSet>
      <dgm:spPr/>
    </dgm:pt>
    <dgm:pt modelId="{414A6293-FA21-FC4B-9069-0CC58AF4B5C0}" type="pres">
      <dgm:prSet presAssocID="{13F63A0D-D895-4EEE-A122-CD3489D39F2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4AF421A-4E36-8946-970B-9915C12B2E59}" type="pres">
      <dgm:prSet presAssocID="{13F63A0D-D895-4EEE-A122-CD3489D39F2C}" presName="childText" presStyleLbl="revTx" presStyleIdx="1" presStyleCnt="5">
        <dgm:presLayoutVars>
          <dgm:bulletEnabled val="1"/>
        </dgm:presLayoutVars>
      </dgm:prSet>
      <dgm:spPr/>
    </dgm:pt>
    <dgm:pt modelId="{E23DD1FC-7A80-614C-8500-F5E834636C4B}" type="pres">
      <dgm:prSet presAssocID="{E7FD5C7E-7BBE-400A-A45B-C7FB81A2710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ADBB3E8-FCC3-CF4A-9096-99825875F30A}" type="pres">
      <dgm:prSet presAssocID="{E7FD5C7E-7BBE-400A-A45B-C7FB81A2710B}" presName="childText" presStyleLbl="revTx" presStyleIdx="2" presStyleCnt="5">
        <dgm:presLayoutVars>
          <dgm:bulletEnabled val="1"/>
        </dgm:presLayoutVars>
      </dgm:prSet>
      <dgm:spPr/>
    </dgm:pt>
    <dgm:pt modelId="{E08BE9EF-1823-B746-B9D7-72AD347746AE}" type="pres">
      <dgm:prSet presAssocID="{A974F0B3-51FF-4AC0-8A2B-0A1D1ECF17D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A3C94EC-96B0-D240-926C-90D1B42A075C}" type="pres">
      <dgm:prSet presAssocID="{A974F0B3-51FF-4AC0-8A2B-0A1D1ECF17D7}" presName="childText" presStyleLbl="revTx" presStyleIdx="3" presStyleCnt="5">
        <dgm:presLayoutVars>
          <dgm:bulletEnabled val="1"/>
        </dgm:presLayoutVars>
      </dgm:prSet>
      <dgm:spPr/>
    </dgm:pt>
    <dgm:pt modelId="{54E0FEF7-DCF1-9C4E-9F81-B79CBCA848F9}" type="pres">
      <dgm:prSet presAssocID="{B9FF53E8-245A-40F8-9E2F-841EC95B1B90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5369F78D-E8D9-F543-B6FF-3F2C47AEFF69}" type="pres">
      <dgm:prSet presAssocID="{B9FF53E8-245A-40F8-9E2F-841EC95B1B90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F34AAB03-D9D4-DC45-9528-A6C67AE7FED9}" type="presOf" srcId="{615018AE-123C-487F-A8E9-E9CE9E4596DB}" destId="{A2B93E86-4A43-824E-BDC9-28518569C1B7}" srcOrd="0" destOrd="0" presId="urn:microsoft.com/office/officeart/2005/8/layout/vList2"/>
    <dgm:cxn modelId="{89C1A20A-8078-4F84-96E5-2687E91CF315}" srcId="{E7FD5C7E-7BBE-400A-A45B-C7FB81A2710B}" destId="{12AA05E3-AFD6-48E8-AB73-920983403E74}" srcOrd="0" destOrd="0" parTransId="{1A1122ED-785C-45B7-B875-0CB6EC0BB100}" sibTransId="{7228E3DD-80F3-411D-BDB2-F147C05D0F68}"/>
    <dgm:cxn modelId="{7F549F21-3003-2E4C-8536-A790051612EB}" type="presOf" srcId="{B9FF53E8-245A-40F8-9E2F-841EC95B1B90}" destId="{54E0FEF7-DCF1-9C4E-9F81-B79CBCA848F9}" srcOrd="0" destOrd="0" presId="urn:microsoft.com/office/officeart/2005/8/layout/vList2"/>
    <dgm:cxn modelId="{1F23F123-C07E-467A-9CA7-2C94B51DCA9B}" srcId="{13F63A0D-D895-4EEE-A122-CD3489D39F2C}" destId="{E1DF71F4-3E1D-42DF-9C51-F567471F990B}" srcOrd="0" destOrd="0" parTransId="{219F0B81-A978-44CC-A04E-0BBCDE5002E0}" sibTransId="{E867DB4B-D206-4EFA-925D-CCEBC28F5804}"/>
    <dgm:cxn modelId="{D5F50942-4B57-4D38-B51D-45E41A7E7A0E}" srcId="{A974F0B3-51FF-4AC0-8A2B-0A1D1ECF17D7}" destId="{0B1E8EEB-4D2F-42AB-999B-A26FB72AEA12}" srcOrd="0" destOrd="0" parTransId="{1C982A86-F924-473C-8E5C-964CE3551084}" sibTransId="{43526E37-5D1F-43D9-B9DD-6285F5E6F28F}"/>
    <dgm:cxn modelId="{1609BF46-39E7-F849-A97A-F198E0A90D91}" type="presOf" srcId="{13F63A0D-D895-4EEE-A122-CD3489D39F2C}" destId="{414A6293-FA21-FC4B-9069-0CC58AF4B5C0}" srcOrd="0" destOrd="0" presId="urn:microsoft.com/office/officeart/2005/8/layout/vList2"/>
    <dgm:cxn modelId="{32957E4C-7DAA-F249-8CC7-83F7FACA44C5}" type="presOf" srcId="{E1DF71F4-3E1D-42DF-9C51-F567471F990B}" destId="{F4AF421A-4E36-8946-970B-9915C12B2E59}" srcOrd="0" destOrd="0" presId="urn:microsoft.com/office/officeart/2005/8/layout/vList2"/>
    <dgm:cxn modelId="{789FED4D-FF62-284E-8348-46A9664D4EE9}" type="presOf" srcId="{C1AE28E9-03B4-46A3-9234-0D522F83F88C}" destId="{5369F78D-E8D9-F543-B6FF-3F2C47AEFF69}" srcOrd="0" destOrd="0" presId="urn:microsoft.com/office/officeart/2005/8/layout/vList2"/>
    <dgm:cxn modelId="{5CE01860-B7A5-4AA4-896A-48C42B48ACAB}" srcId="{615018AE-123C-487F-A8E9-E9CE9E4596DB}" destId="{A974F0B3-51FF-4AC0-8A2B-0A1D1ECF17D7}" srcOrd="3" destOrd="0" parTransId="{8C5B86D2-6496-4A6A-85E5-BE8515DAF491}" sibTransId="{38C1B0BA-354C-4526-8AA7-4512595D02CF}"/>
    <dgm:cxn modelId="{670E2786-6FAE-4481-8C09-9CF3943DEDBE}" srcId="{68A590C3-E8C8-47D9-938D-B977AB8EC37C}" destId="{17285779-863B-432D-89C7-15255267FE73}" srcOrd="0" destOrd="0" parTransId="{315316C9-747C-40FB-9D93-E8D78C4842B1}" sibTransId="{C8F7B72C-47A0-4ED7-89B8-B023B845DA6D}"/>
    <dgm:cxn modelId="{EDFB0C93-07F6-BC40-A0A8-3BE7CCEC4E5A}" type="presOf" srcId="{68A590C3-E8C8-47D9-938D-B977AB8EC37C}" destId="{D92D88E6-3F49-B348-A73B-571C42EAE3A7}" srcOrd="0" destOrd="0" presId="urn:microsoft.com/office/officeart/2005/8/layout/vList2"/>
    <dgm:cxn modelId="{BC1E019B-9E13-DE4D-B71C-C9D16A796D91}" type="presOf" srcId="{12AA05E3-AFD6-48E8-AB73-920983403E74}" destId="{EADBB3E8-FCC3-CF4A-9096-99825875F30A}" srcOrd="0" destOrd="0" presId="urn:microsoft.com/office/officeart/2005/8/layout/vList2"/>
    <dgm:cxn modelId="{516A6AB5-5516-46CF-9F19-424BD7D6F274}" srcId="{615018AE-123C-487F-A8E9-E9CE9E4596DB}" destId="{B9FF53E8-245A-40F8-9E2F-841EC95B1B90}" srcOrd="4" destOrd="0" parTransId="{164555C7-770E-4846-A515-41746ADB0910}" sibTransId="{E2CE51CB-F295-4BB9-9811-61CC4922AE24}"/>
    <dgm:cxn modelId="{D68934B6-CFA4-49E8-82DA-C2716EBF8A68}" srcId="{B9FF53E8-245A-40F8-9E2F-841EC95B1B90}" destId="{C1AE28E9-03B4-46A3-9234-0D522F83F88C}" srcOrd="0" destOrd="0" parTransId="{5599FBE5-9D79-4DDF-8C47-096E9A48A552}" sibTransId="{A238776B-2E2B-412F-8D02-3DD312E71DB5}"/>
    <dgm:cxn modelId="{C2BE03BE-F6BF-4504-8DB3-866910A5DEF1}" srcId="{615018AE-123C-487F-A8E9-E9CE9E4596DB}" destId="{68A590C3-E8C8-47D9-938D-B977AB8EC37C}" srcOrd="0" destOrd="0" parTransId="{09E3CCF6-3CA2-4B98-8859-DCD2D04E460A}" sibTransId="{7C8442A8-1428-4FC8-B4B2-EE6D60827A67}"/>
    <dgm:cxn modelId="{4D5415DE-2229-A04B-A32D-D1C6A960AFD9}" type="presOf" srcId="{A974F0B3-51FF-4AC0-8A2B-0A1D1ECF17D7}" destId="{E08BE9EF-1823-B746-B9D7-72AD347746AE}" srcOrd="0" destOrd="0" presId="urn:microsoft.com/office/officeart/2005/8/layout/vList2"/>
    <dgm:cxn modelId="{105757E0-C941-477B-9E4E-38E0A431D365}" srcId="{615018AE-123C-487F-A8E9-E9CE9E4596DB}" destId="{13F63A0D-D895-4EEE-A122-CD3489D39F2C}" srcOrd="1" destOrd="0" parTransId="{095265F6-154A-4319-A40A-48C3A17326C1}" sibTransId="{CCF8095D-0026-4595-AB48-BFC95C183414}"/>
    <dgm:cxn modelId="{679995E3-2373-CB48-82FE-4E99A9F5B3C8}" type="presOf" srcId="{17285779-863B-432D-89C7-15255267FE73}" destId="{7C3984F5-4FA1-3044-AD87-B0F79EEF51FB}" srcOrd="0" destOrd="0" presId="urn:microsoft.com/office/officeart/2005/8/layout/vList2"/>
    <dgm:cxn modelId="{488DFBEC-938A-4548-B459-77A48E5C2A7F}" type="presOf" srcId="{0B1E8EEB-4D2F-42AB-999B-A26FB72AEA12}" destId="{DA3C94EC-96B0-D240-926C-90D1B42A075C}" srcOrd="0" destOrd="0" presId="urn:microsoft.com/office/officeart/2005/8/layout/vList2"/>
    <dgm:cxn modelId="{3E444FF2-97E0-4265-9DB4-A489895B060A}" srcId="{615018AE-123C-487F-A8E9-E9CE9E4596DB}" destId="{E7FD5C7E-7BBE-400A-A45B-C7FB81A2710B}" srcOrd="2" destOrd="0" parTransId="{6147C3FF-FC1C-4AE1-85C3-4EE9080A75B4}" sibTransId="{E1764DCB-86C6-4686-94AA-0CDC6BAECE93}"/>
    <dgm:cxn modelId="{78F3D8F3-5871-7C49-880C-0829B7DDD5A7}" type="presOf" srcId="{E7FD5C7E-7BBE-400A-A45B-C7FB81A2710B}" destId="{E23DD1FC-7A80-614C-8500-F5E834636C4B}" srcOrd="0" destOrd="0" presId="urn:microsoft.com/office/officeart/2005/8/layout/vList2"/>
    <dgm:cxn modelId="{1E283F6B-00EE-964D-AE77-B6D927EB13B2}" type="presParOf" srcId="{A2B93E86-4A43-824E-BDC9-28518569C1B7}" destId="{D92D88E6-3F49-B348-A73B-571C42EAE3A7}" srcOrd="0" destOrd="0" presId="urn:microsoft.com/office/officeart/2005/8/layout/vList2"/>
    <dgm:cxn modelId="{97A72321-37B1-9C47-9906-0B5196E5E3AD}" type="presParOf" srcId="{A2B93E86-4A43-824E-BDC9-28518569C1B7}" destId="{7C3984F5-4FA1-3044-AD87-B0F79EEF51FB}" srcOrd="1" destOrd="0" presId="urn:microsoft.com/office/officeart/2005/8/layout/vList2"/>
    <dgm:cxn modelId="{D2AC967E-78AF-6347-8F98-245C4C4B5C71}" type="presParOf" srcId="{A2B93E86-4A43-824E-BDC9-28518569C1B7}" destId="{414A6293-FA21-FC4B-9069-0CC58AF4B5C0}" srcOrd="2" destOrd="0" presId="urn:microsoft.com/office/officeart/2005/8/layout/vList2"/>
    <dgm:cxn modelId="{E84D10D9-243C-7349-9255-9A50816AF82D}" type="presParOf" srcId="{A2B93E86-4A43-824E-BDC9-28518569C1B7}" destId="{F4AF421A-4E36-8946-970B-9915C12B2E59}" srcOrd="3" destOrd="0" presId="urn:microsoft.com/office/officeart/2005/8/layout/vList2"/>
    <dgm:cxn modelId="{7A1D788E-C65D-7C40-8A35-C7600A32D9B2}" type="presParOf" srcId="{A2B93E86-4A43-824E-BDC9-28518569C1B7}" destId="{E23DD1FC-7A80-614C-8500-F5E834636C4B}" srcOrd="4" destOrd="0" presId="urn:microsoft.com/office/officeart/2005/8/layout/vList2"/>
    <dgm:cxn modelId="{1D7EF397-C94B-8346-BBBD-B0E921AC5E0E}" type="presParOf" srcId="{A2B93E86-4A43-824E-BDC9-28518569C1B7}" destId="{EADBB3E8-FCC3-CF4A-9096-99825875F30A}" srcOrd="5" destOrd="0" presId="urn:microsoft.com/office/officeart/2005/8/layout/vList2"/>
    <dgm:cxn modelId="{3582A96F-05AC-9542-BD78-11E84F6DCCD0}" type="presParOf" srcId="{A2B93E86-4A43-824E-BDC9-28518569C1B7}" destId="{E08BE9EF-1823-B746-B9D7-72AD347746AE}" srcOrd="6" destOrd="0" presId="urn:microsoft.com/office/officeart/2005/8/layout/vList2"/>
    <dgm:cxn modelId="{3ABFD616-D033-D940-A24E-13A1BD0E92BC}" type="presParOf" srcId="{A2B93E86-4A43-824E-BDC9-28518569C1B7}" destId="{DA3C94EC-96B0-D240-926C-90D1B42A075C}" srcOrd="7" destOrd="0" presId="urn:microsoft.com/office/officeart/2005/8/layout/vList2"/>
    <dgm:cxn modelId="{5268764F-98C6-5B49-90EF-15F1975FDB6A}" type="presParOf" srcId="{A2B93E86-4A43-824E-BDC9-28518569C1B7}" destId="{54E0FEF7-DCF1-9C4E-9F81-B79CBCA848F9}" srcOrd="8" destOrd="0" presId="urn:microsoft.com/office/officeart/2005/8/layout/vList2"/>
    <dgm:cxn modelId="{B335CBA1-AD1E-7F48-BFAB-C3BDE09A9E72}" type="presParOf" srcId="{A2B93E86-4A43-824E-BDC9-28518569C1B7}" destId="{5369F78D-E8D9-F543-B6FF-3F2C47AEFF69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E0720BB-C11B-4D8A-8B64-7F7ECAA851B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2F9D46D-7271-46D7-A3AB-531690675587}">
      <dgm:prSet/>
      <dgm:spPr/>
      <dgm:t>
        <a:bodyPr/>
        <a:lstStyle/>
        <a:p>
          <a:r>
            <a:rPr lang="en-US" b="1"/>
            <a:t>Coverage Status</a:t>
          </a:r>
          <a:endParaRPr lang="en-US"/>
        </a:p>
      </dgm:t>
    </dgm:pt>
    <dgm:pt modelId="{9FE170A7-7150-45BB-A939-1D6EEAFBBB88}" type="parTrans" cxnId="{61834D31-C39C-4866-B883-B3A60818422E}">
      <dgm:prSet/>
      <dgm:spPr/>
      <dgm:t>
        <a:bodyPr/>
        <a:lstStyle/>
        <a:p>
          <a:endParaRPr lang="en-US"/>
        </a:p>
      </dgm:t>
    </dgm:pt>
    <dgm:pt modelId="{68BA91B0-421B-42C8-A8C2-9C945BA80710}" type="sibTrans" cxnId="{61834D31-C39C-4866-B883-B3A60818422E}">
      <dgm:prSet/>
      <dgm:spPr/>
      <dgm:t>
        <a:bodyPr/>
        <a:lstStyle/>
        <a:p>
          <a:endParaRPr lang="en-US"/>
        </a:p>
      </dgm:t>
    </dgm:pt>
    <dgm:pt modelId="{172D63C3-92F2-4884-9BDD-7815456F063F}">
      <dgm:prSet/>
      <dgm:spPr/>
      <dgm:t>
        <a:bodyPr/>
        <a:lstStyle/>
        <a:p>
          <a:r>
            <a:rPr lang="en-US"/>
            <a:t>Indicates Likely Covered / Not Covered / Unclear.</a:t>
          </a:r>
        </a:p>
      </dgm:t>
    </dgm:pt>
    <dgm:pt modelId="{33E33B71-A243-4CAD-91C7-84CB1342A6AC}" type="parTrans" cxnId="{596615D7-1F40-4CC4-B846-EADAB7320B66}">
      <dgm:prSet/>
      <dgm:spPr/>
      <dgm:t>
        <a:bodyPr/>
        <a:lstStyle/>
        <a:p>
          <a:endParaRPr lang="en-US"/>
        </a:p>
      </dgm:t>
    </dgm:pt>
    <dgm:pt modelId="{511B054B-0DF2-4FEA-986E-1E3F06AC49B7}" type="sibTrans" cxnId="{596615D7-1F40-4CC4-B846-EADAB7320B66}">
      <dgm:prSet/>
      <dgm:spPr/>
      <dgm:t>
        <a:bodyPr/>
        <a:lstStyle/>
        <a:p>
          <a:endParaRPr lang="en-US"/>
        </a:p>
      </dgm:t>
    </dgm:pt>
    <dgm:pt modelId="{D4FB4180-F4B3-4E01-9680-E3216524965B}">
      <dgm:prSet/>
      <dgm:spPr/>
      <dgm:t>
        <a:bodyPr/>
        <a:lstStyle/>
        <a:p>
          <a:r>
            <a:rPr lang="en-US" b="1"/>
            <a:t>Policy Reasoning</a:t>
          </a:r>
          <a:endParaRPr lang="en-US"/>
        </a:p>
      </dgm:t>
    </dgm:pt>
    <dgm:pt modelId="{20893B24-3003-4166-B741-65540CFC6E33}" type="parTrans" cxnId="{73227843-7712-4C0D-95B6-BEBA51725622}">
      <dgm:prSet/>
      <dgm:spPr/>
      <dgm:t>
        <a:bodyPr/>
        <a:lstStyle/>
        <a:p>
          <a:endParaRPr lang="en-US"/>
        </a:p>
      </dgm:t>
    </dgm:pt>
    <dgm:pt modelId="{874FDB99-EEFA-40B7-8263-52AC170E5C38}" type="sibTrans" cxnId="{73227843-7712-4C0D-95B6-BEBA51725622}">
      <dgm:prSet/>
      <dgm:spPr/>
      <dgm:t>
        <a:bodyPr/>
        <a:lstStyle/>
        <a:p>
          <a:endParaRPr lang="en-US"/>
        </a:p>
      </dgm:t>
    </dgm:pt>
    <dgm:pt modelId="{8921F7D0-8A04-4BB2-9BDD-F9A6F15A63FA}">
      <dgm:prSet/>
      <dgm:spPr/>
      <dgm:t>
        <a:bodyPr/>
        <a:lstStyle/>
        <a:p>
          <a:r>
            <a:rPr lang="en-US"/>
            <a:t>Explains decision using clause references.</a:t>
          </a:r>
        </a:p>
      </dgm:t>
    </dgm:pt>
    <dgm:pt modelId="{BDAE37BB-924D-4CE6-B56F-ACA0C0E44275}" type="parTrans" cxnId="{28760478-104D-46C9-8E3C-1BF56CD838ED}">
      <dgm:prSet/>
      <dgm:spPr/>
      <dgm:t>
        <a:bodyPr/>
        <a:lstStyle/>
        <a:p>
          <a:endParaRPr lang="en-US"/>
        </a:p>
      </dgm:t>
    </dgm:pt>
    <dgm:pt modelId="{5F6E3655-F385-4A30-A22A-CA81AC345C9C}" type="sibTrans" cxnId="{28760478-104D-46C9-8E3C-1BF56CD838ED}">
      <dgm:prSet/>
      <dgm:spPr/>
      <dgm:t>
        <a:bodyPr/>
        <a:lstStyle/>
        <a:p>
          <a:endParaRPr lang="en-US"/>
        </a:p>
      </dgm:t>
    </dgm:pt>
    <dgm:pt modelId="{6BEEC16F-FD08-494D-8671-785B9520036F}">
      <dgm:prSet/>
      <dgm:spPr/>
      <dgm:t>
        <a:bodyPr/>
        <a:lstStyle/>
        <a:p>
          <a:r>
            <a:rPr lang="en-US" b="1"/>
            <a:t>Limits &amp; Waiting Periods</a:t>
          </a:r>
          <a:endParaRPr lang="en-US"/>
        </a:p>
      </dgm:t>
    </dgm:pt>
    <dgm:pt modelId="{BBC0CCA8-BA3C-4666-890B-17DE9F7F3FF1}" type="parTrans" cxnId="{13B0CB06-59EF-42BA-854B-67EC7E7F605D}">
      <dgm:prSet/>
      <dgm:spPr/>
      <dgm:t>
        <a:bodyPr/>
        <a:lstStyle/>
        <a:p>
          <a:endParaRPr lang="en-US"/>
        </a:p>
      </dgm:t>
    </dgm:pt>
    <dgm:pt modelId="{0921ECB5-41B0-49FB-8F78-B3FEED501526}" type="sibTrans" cxnId="{13B0CB06-59EF-42BA-854B-67EC7E7F605D}">
      <dgm:prSet/>
      <dgm:spPr/>
      <dgm:t>
        <a:bodyPr/>
        <a:lstStyle/>
        <a:p>
          <a:endParaRPr lang="en-US"/>
        </a:p>
      </dgm:t>
    </dgm:pt>
    <dgm:pt modelId="{A926879A-636E-4E23-BC47-C8D2FB29E172}">
      <dgm:prSet/>
      <dgm:spPr/>
      <dgm:t>
        <a:bodyPr/>
        <a:lstStyle/>
        <a:p>
          <a:r>
            <a:rPr lang="en-US"/>
            <a:t>Highlights constraints impacting eligibility.</a:t>
          </a:r>
        </a:p>
      </dgm:t>
    </dgm:pt>
    <dgm:pt modelId="{77C2DB14-3D9E-4D6B-8904-985EFD75C73A}" type="parTrans" cxnId="{0E21B57C-15A1-405F-A51C-B2AF56DF6282}">
      <dgm:prSet/>
      <dgm:spPr/>
      <dgm:t>
        <a:bodyPr/>
        <a:lstStyle/>
        <a:p>
          <a:endParaRPr lang="en-US"/>
        </a:p>
      </dgm:t>
    </dgm:pt>
    <dgm:pt modelId="{0D337E8B-B875-4D39-9950-72715C696F4B}" type="sibTrans" cxnId="{0E21B57C-15A1-405F-A51C-B2AF56DF6282}">
      <dgm:prSet/>
      <dgm:spPr/>
      <dgm:t>
        <a:bodyPr/>
        <a:lstStyle/>
        <a:p>
          <a:endParaRPr lang="en-US"/>
        </a:p>
      </dgm:t>
    </dgm:pt>
    <dgm:pt modelId="{3BB3C0DF-D273-4991-A9FC-A3067922D64D}">
      <dgm:prSet/>
      <dgm:spPr/>
      <dgm:t>
        <a:bodyPr/>
        <a:lstStyle/>
        <a:p>
          <a:r>
            <a:rPr lang="en-US" b="1"/>
            <a:t>Document Guidance</a:t>
          </a:r>
          <a:endParaRPr lang="en-US"/>
        </a:p>
      </dgm:t>
    </dgm:pt>
    <dgm:pt modelId="{A6E278F5-F7DD-4A50-AE6E-44EEBE21C5E4}" type="parTrans" cxnId="{C3882D5B-ED7F-4C9F-8B33-E534C295C501}">
      <dgm:prSet/>
      <dgm:spPr/>
      <dgm:t>
        <a:bodyPr/>
        <a:lstStyle/>
        <a:p>
          <a:endParaRPr lang="en-US"/>
        </a:p>
      </dgm:t>
    </dgm:pt>
    <dgm:pt modelId="{786386CE-EBF4-4232-8A59-D3E3357B766A}" type="sibTrans" cxnId="{C3882D5B-ED7F-4C9F-8B33-E534C295C501}">
      <dgm:prSet/>
      <dgm:spPr/>
      <dgm:t>
        <a:bodyPr/>
        <a:lstStyle/>
        <a:p>
          <a:endParaRPr lang="en-US"/>
        </a:p>
      </dgm:t>
    </dgm:pt>
    <dgm:pt modelId="{33570046-8612-4E69-8DB0-958BB9FDAAD6}">
      <dgm:prSet/>
      <dgm:spPr/>
      <dgm:t>
        <a:bodyPr/>
        <a:lstStyle/>
        <a:p>
          <a:r>
            <a:rPr lang="en-US"/>
            <a:t>Suggests required documents.</a:t>
          </a:r>
        </a:p>
      </dgm:t>
    </dgm:pt>
    <dgm:pt modelId="{9FA41733-9C70-483B-98A1-D0598E68267E}" type="parTrans" cxnId="{C23CEE0F-DED5-4D49-86A0-BD24706B71C6}">
      <dgm:prSet/>
      <dgm:spPr/>
      <dgm:t>
        <a:bodyPr/>
        <a:lstStyle/>
        <a:p>
          <a:endParaRPr lang="en-US"/>
        </a:p>
      </dgm:t>
    </dgm:pt>
    <dgm:pt modelId="{4BCA0972-BEEA-4CD1-BAF3-B6916A90B634}" type="sibTrans" cxnId="{C23CEE0F-DED5-4D49-86A0-BD24706B71C6}">
      <dgm:prSet/>
      <dgm:spPr/>
      <dgm:t>
        <a:bodyPr/>
        <a:lstStyle/>
        <a:p>
          <a:endParaRPr lang="en-US"/>
        </a:p>
      </dgm:t>
    </dgm:pt>
    <dgm:pt modelId="{D8C7DB0F-BD29-4689-B79E-AC26E48222C1}">
      <dgm:prSet/>
      <dgm:spPr/>
      <dgm:t>
        <a:bodyPr/>
        <a:lstStyle/>
        <a:p>
          <a:r>
            <a:rPr lang="en-US" b="1"/>
            <a:t>Disclaimer</a:t>
          </a:r>
          <a:endParaRPr lang="en-US"/>
        </a:p>
      </dgm:t>
    </dgm:pt>
    <dgm:pt modelId="{14C3CF47-0A7D-448D-B1C7-FFC4C992260A}" type="parTrans" cxnId="{4116769A-285D-4085-ABD0-B94F7C02A863}">
      <dgm:prSet/>
      <dgm:spPr/>
      <dgm:t>
        <a:bodyPr/>
        <a:lstStyle/>
        <a:p>
          <a:endParaRPr lang="en-US"/>
        </a:p>
      </dgm:t>
    </dgm:pt>
    <dgm:pt modelId="{AA801843-6013-41FA-9127-E4309A7727ED}" type="sibTrans" cxnId="{4116769A-285D-4085-ABD0-B94F7C02A863}">
      <dgm:prSet/>
      <dgm:spPr/>
      <dgm:t>
        <a:bodyPr/>
        <a:lstStyle/>
        <a:p>
          <a:endParaRPr lang="en-US"/>
        </a:p>
      </dgm:t>
    </dgm:pt>
    <dgm:pt modelId="{9B689658-AF00-47FD-96E6-7992A9126DD4}">
      <dgm:prSet/>
      <dgm:spPr/>
      <dgm:t>
        <a:bodyPr/>
        <a:lstStyle/>
        <a:p>
          <a:r>
            <a:rPr lang="en-US"/>
            <a:t>Clarifies advisory nature of AI output.</a:t>
          </a:r>
        </a:p>
      </dgm:t>
    </dgm:pt>
    <dgm:pt modelId="{19CA0921-06FF-498E-99A3-DCA473DECB20}" type="parTrans" cxnId="{3FC49BC9-6C62-4281-91B0-4FA45668FACA}">
      <dgm:prSet/>
      <dgm:spPr/>
      <dgm:t>
        <a:bodyPr/>
        <a:lstStyle/>
        <a:p>
          <a:endParaRPr lang="en-US"/>
        </a:p>
      </dgm:t>
    </dgm:pt>
    <dgm:pt modelId="{9A6A458F-1793-48AF-A9A0-945C44977BDD}" type="sibTrans" cxnId="{3FC49BC9-6C62-4281-91B0-4FA45668FACA}">
      <dgm:prSet/>
      <dgm:spPr/>
      <dgm:t>
        <a:bodyPr/>
        <a:lstStyle/>
        <a:p>
          <a:endParaRPr lang="en-US"/>
        </a:p>
      </dgm:t>
    </dgm:pt>
    <dgm:pt modelId="{926A6DA4-AF88-E14F-8BE0-C201B486A875}" type="pres">
      <dgm:prSet presAssocID="{1E0720BB-C11B-4D8A-8B64-7F7ECAA851B1}" presName="linear" presStyleCnt="0">
        <dgm:presLayoutVars>
          <dgm:animLvl val="lvl"/>
          <dgm:resizeHandles val="exact"/>
        </dgm:presLayoutVars>
      </dgm:prSet>
      <dgm:spPr/>
    </dgm:pt>
    <dgm:pt modelId="{6BF55771-CAEC-714B-838E-83E0445F3588}" type="pres">
      <dgm:prSet presAssocID="{82F9D46D-7271-46D7-A3AB-53169067558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5E083D9-0245-A147-A042-01A5AD200E07}" type="pres">
      <dgm:prSet presAssocID="{82F9D46D-7271-46D7-A3AB-531690675587}" presName="childText" presStyleLbl="revTx" presStyleIdx="0" presStyleCnt="5">
        <dgm:presLayoutVars>
          <dgm:bulletEnabled val="1"/>
        </dgm:presLayoutVars>
      </dgm:prSet>
      <dgm:spPr/>
    </dgm:pt>
    <dgm:pt modelId="{1F17DDDF-FA22-6940-98DA-D79D39CF08BF}" type="pres">
      <dgm:prSet presAssocID="{D4FB4180-F4B3-4E01-9680-E3216524965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3CDAEB5-5EC1-9344-970D-583CF376CC4A}" type="pres">
      <dgm:prSet presAssocID="{D4FB4180-F4B3-4E01-9680-E3216524965B}" presName="childText" presStyleLbl="revTx" presStyleIdx="1" presStyleCnt="5">
        <dgm:presLayoutVars>
          <dgm:bulletEnabled val="1"/>
        </dgm:presLayoutVars>
      </dgm:prSet>
      <dgm:spPr/>
    </dgm:pt>
    <dgm:pt modelId="{42D6C335-4AB4-7C4E-856A-994349B93160}" type="pres">
      <dgm:prSet presAssocID="{6BEEC16F-FD08-494D-8671-785B9520036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3BDBF84-584A-4041-B7AD-D0A8464516CE}" type="pres">
      <dgm:prSet presAssocID="{6BEEC16F-FD08-494D-8671-785B9520036F}" presName="childText" presStyleLbl="revTx" presStyleIdx="2" presStyleCnt="5">
        <dgm:presLayoutVars>
          <dgm:bulletEnabled val="1"/>
        </dgm:presLayoutVars>
      </dgm:prSet>
      <dgm:spPr/>
    </dgm:pt>
    <dgm:pt modelId="{DA9B3A42-4C5B-634D-81B9-6A94F0E9F72F}" type="pres">
      <dgm:prSet presAssocID="{3BB3C0DF-D273-4991-A9FC-A3067922D64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EA35866-5558-0343-89D4-067E2E4EB8ED}" type="pres">
      <dgm:prSet presAssocID="{3BB3C0DF-D273-4991-A9FC-A3067922D64D}" presName="childText" presStyleLbl="revTx" presStyleIdx="3" presStyleCnt="5">
        <dgm:presLayoutVars>
          <dgm:bulletEnabled val="1"/>
        </dgm:presLayoutVars>
      </dgm:prSet>
      <dgm:spPr/>
    </dgm:pt>
    <dgm:pt modelId="{3E466130-2EB1-044D-975B-EF6597A004BA}" type="pres">
      <dgm:prSet presAssocID="{D8C7DB0F-BD29-4689-B79E-AC26E48222C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A33F2FB9-8912-5244-A036-A70B45020C81}" type="pres">
      <dgm:prSet presAssocID="{D8C7DB0F-BD29-4689-B79E-AC26E48222C1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13B0CB06-59EF-42BA-854B-67EC7E7F605D}" srcId="{1E0720BB-C11B-4D8A-8B64-7F7ECAA851B1}" destId="{6BEEC16F-FD08-494D-8671-785B9520036F}" srcOrd="2" destOrd="0" parTransId="{BBC0CCA8-BA3C-4666-890B-17DE9F7F3FF1}" sibTransId="{0921ECB5-41B0-49FB-8F78-B3FEED501526}"/>
    <dgm:cxn modelId="{C23CEE0F-DED5-4D49-86A0-BD24706B71C6}" srcId="{3BB3C0DF-D273-4991-A9FC-A3067922D64D}" destId="{33570046-8612-4E69-8DB0-958BB9FDAAD6}" srcOrd="0" destOrd="0" parTransId="{9FA41733-9C70-483B-98A1-D0598E68267E}" sibTransId="{4BCA0972-BEEA-4CD1-BAF3-B6916A90B634}"/>
    <dgm:cxn modelId="{7AE3A326-A9A3-0549-AE95-91D1412668DA}" type="presOf" srcId="{D8C7DB0F-BD29-4689-B79E-AC26E48222C1}" destId="{3E466130-2EB1-044D-975B-EF6597A004BA}" srcOrd="0" destOrd="0" presId="urn:microsoft.com/office/officeart/2005/8/layout/vList2"/>
    <dgm:cxn modelId="{61834D31-C39C-4866-B883-B3A60818422E}" srcId="{1E0720BB-C11B-4D8A-8B64-7F7ECAA851B1}" destId="{82F9D46D-7271-46D7-A3AB-531690675587}" srcOrd="0" destOrd="0" parTransId="{9FE170A7-7150-45BB-A939-1D6EEAFBBB88}" sibTransId="{68BA91B0-421B-42C8-A8C2-9C945BA80710}"/>
    <dgm:cxn modelId="{A25C1332-38A0-1342-A161-CE327660E46D}" type="presOf" srcId="{A926879A-636E-4E23-BC47-C8D2FB29E172}" destId="{73BDBF84-584A-4041-B7AD-D0A8464516CE}" srcOrd="0" destOrd="0" presId="urn:microsoft.com/office/officeart/2005/8/layout/vList2"/>
    <dgm:cxn modelId="{9B367834-A9D6-5144-A271-BAC9882DE270}" type="presOf" srcId="{3BB3C0DF-D273-4991-A9FC-A3067922D64D}" destId="{DA9B3A42-4C5B-634D-81B9-6A94F0E9F72F}" srcOrd="0" destOrd="0" presId="urn:microsoft.com/office/officeart/2005/8/layout/vList2"/>
    <dgm:cxn modelId="{73227843-7712-4C0D-95B6-BEBA51725622}" srcId="{1E0720BB-C11B-4D8A-8B64-7F7ECAA851B1}" destId="{D4FB4180-F4B3-4E01-9680-E3216524965B}" srcOrd="1" destOrd="0" parTransId="{20893B24-3003-4166-B741-65540CFC6E33}" sibTransId="{874FDB99-EEFA-40B7-8263-52AC170E5C38}"/>
    <dgm:cxn modelId="{C3882D5B-ED7F-4C9F-8B33-E534C295C501}" srcId="{1E0720BB-C11B-4D8A-8B64-7F7ECAA851B1}" destId="{3BB3C0DF-D273-4991-A9FC-A3067922D64D}" srcOrd="3" destOrd="0" parTransId="{A6E278F5-F7DD-4A50-AE6E-44EEBE21C5E4}" sibTransId="{786386CE-EBF4-4232-8A59-D3E3357B766A}"/>
    <dgm:cxn modelId="{F1DEFA5B-15B5-CB49-9975-E214B00B3D6E}" type="presOf" srcId="{1E0720BB-C11B-4D8A-8B64-7F7ECAA851B1}" destId="{926A6DA4-AF88-E14F-8BE0-C201B486A875}" srcOrd="0" destOrd="0" presId="urn:microsoft.com/office/officeart/2005/8/layout/vList2"/>
    <dgm:cxn modelId="{D8DA0760-0AC4-DD49-82B5-988B8D850838}" type="presOf" srcId="{172D63C3-92F2-4884-9BDD-7815456F063F}" destId="{95E083D9-0245-A147-A042-01A5AD200E07}" srcOrd="0" destOrd="0" presId="urn:microsoft.com/office/officeart/2005/8/layout/vList2"/>
    <dgm:cxn modelId="{E41F3E6D-CEB2-AB4A-A7B0-6D2A9D03AD25}" type="presOf" srcId="{D4FB4180-F4B3-4E01-9680-E3216524965B}" destId="{1F17DDDF-FA22-6940-98DA-D79D39CF08BF}" srcOrd="0" destOrd="0" presId="urn:microsoft.com/office/officeart/2005/8/layout/vList2"/>
    <dgm:cxn modelId="{28760478-104D-46C9-8E3C-1BF56CD838ED}" srcId="{D4FB4180-F4B3-4E01-9680-E3216524965B}" destId="{8921F7D0-8A04-4BB2-9BDD-F9A6F15A63FA}" srcOrd="0" destOrd="0" parTransId="{BDAE37BB-924D-4CE6-B56F-ACA0C0E44275}" sibTransId="{5F6E3655-F385-4A30-A22A-CA81AC345C9C}"/>
    <dgm:cxn modelId="{0E21B57C-15A1-405F-A51C-B2AF56DF6282}" srcId="{6BEEC16F-FD08-494D-8671-785B9520036F}" destId="{A926879A-636E-4E23-BC47-C8D2FB29E172}" srcOrd="0" destOrd="0" parTransId="{77C2DB14-3D9E-4D6B-8904-985EFD75C73A}" sibTransId="{0D337E8B-B875-4D39-9950-72715C696F4B}"/>
    <dgm:cxn modelId="{D13B9995-7AB1-BE4A-8946-1B128FE8A744}" type="presOf" srcId="{82F9D46D-7271-46D7-A3AB-531690675587}" destId="{6BF55771-CAEC-714B-838E-83E0445F3588}" srcOrd="0" destOrd="0" presId="urn:microsoft.com/office/officeart/2005/8/layout/vList2"/>
    <dgm:cxn modelId="{351AD698-2D3F-D74A-B9F3-44E741AE5160}" type="presOf" srcId="{8921F7D0-8A04-4BB2-9BDD-F9A6F15A63FA}" destId="{A3CDAEB5-5EC1-9344-970D-583CF376CC4A}" srcOrd="0" destOrd="0" presId="urn:microsoft.com/office/officeart/2005/8/layout/vList2"/>
    <dgm:cxn modelId="{4116769A-285D-4085-ABD0-B94F7C02A863}" srcId="{1E0720BB-C11B-4D8A-8B64-7F7ECAA851B1}" destId="{D8C7DB0F-BD29-4689-B79E-AC26E48222C1}" srcOrd="4" destOrd="0" parTransId="{14C3CF47-0A7D-448D-B1C7-FFC4C992260A}" sibTransId="{AA801843-6013-41FA-9127-E4309A7727ED}"/>
    <dgm:cxn modelId="{2533F9A3-F7D8-AB40-80C8-B86164297B3A}" type="presOf" srcId="{33570046-8612-4E69-8DB0-958BB9FDAAD6}" destId="{BEA35866-5558-0343-89D4-067E2E4EB8ED}" srcOrd="0" destOrd="0" presId="urn:microsoft.com/office/officeart/2005/8/layout/vList2"/>
    <dgm:cxn modelId="{3FC49BC9-6C62-4281-91B0-4FA45668FACA}" srcId="{D8C7DB0F-BD29-4689-B79E-AC26E48222C1}" destId="{9B689658-AF00-47FD-96E6-7992A9126DD4}" srcOrd="0" destOrd="0" parTransId="{19CA0921-06FF-498E-99A3-DCA473DECB20}" sibTransId="{9A6A458F-1793-48AF-A9A0-945C44977BDD}"/>
    <dgm:cxn modelId="{324E8CCC-EC79-2840-B260-A17D73C73B44}" type="presOf" srcId="{9B689658-AF00-47FD-96E6-7992A9126DD4}" destId="{A33F2FB9-8912-5244-A036-A70B45020C81}" srcOrd="0" destOrd="0" presId="urn:microsoft.com/office/officeart/2005/8/layout/vList2"/>
    <dgm:cxn modelId="{596615D7-1F40-4CC4-B846-EADAB7320B66}" srcId="{82F9D46D-7271-46D7-A3AB-531690675587}" destId="{172D63C3-92F2-4884-9BDD-7815456F063F}" srcOrd="0" destOrd="0" parTransId="{33E33B71-A243-4CAD-91C7-84CB1342A6AC}" sibTransId="{511B054B-0DF2-4FEA-986E-1E3F06AC49B7}"/>
    <dgm:cxn modelId="{5D380CFC-9B1C-DD4E-B057-74DB84B3B814}" type="presOf" srcId="{6BEEC16F-FD08-494D-8671-785B9520036F}" destId="{42D6C335-4AB4-7C4E-856A-994349B93160}" srcOrd="0" destOrd="0" presId="urn:microsoft.com/office/officeart/2005/8/layout/vList2"/>
    <dgm:cxn modelId="{03AD078A-EC68-0B46-BB32-9C607E1FDAF4}" type="presParOf" srcId="{926A6DA4-AF88-E14F-8BE0-C201B486A875}" destId="{6BF55771-CAEC-714B-838E-83E0445F3588}" srcOrd="0" destOrd="0" presId="urn:microsoft.com/office/officeart/2005/8/layout/vList2"/>
    <dgm:cxn modelId="{3D9D0C1F-E389-4A41-B55A-66F4085594FD}" type="presParOf" srcId="{926A6DA4-AF88-E14F-8BE0-C201B486A875}" destId="{95E083D9-0245-A147-A042-01A5AD200E07}" srcOrd="1" destOrd="0" presId="urn:microsoft.com/office/officeart/2005/8/layout/vList2"/>
    <dgm:cxn modelId="{F5621DFA-28F4-B64B-B544-C6F742E03372}" type="presParOf" srcId="{926A6DA4-AF88-E14F-8BE0-C201B486A875}" destId="{1F17DDDF-FA22-6940-98DA-D79D39CF08BF}" srcOrd="2" destOrd="0" presId="urn:microsoft.com/office/officeart/2005/8/layout/vList2"/>
    <dgm:cxn modelId="{2262A232-3734-A843-B6F0-3893753B6EBD}" type="presParOf" srcId="{926A6DA4-AF88-E14F-8BE0-C201B486A875}" destId="{A3CDAEB5-5EC1-9344-970D-583CF376CC4A}" srcOrd="3" destOrd="0" presId="urn:microsoft.com/office/officeart/2005/8/layout/vList2"/>
    <dgm:cxn modelId="{38564D7D-11EC-2841-8B6E-D7F03BEE2BAD}" type="presParOf" srcId="{926A6DA4-AF88-E14F-8BE0-C201B486A875}" destId="{42D6C335-4AB4-7C4E-856A-994349B93160}" srcOrd="4" destOrd="0" presId="urn:microsoft.com/office/officeart/2005/8/layout/vList2"/>
    <dgm:cxn modelId="{295DF3F2-7530-1A40-8151-696CC76F9C25}" type="presParOf" srcId="{926A6DA4-AF88-E14F-8BE0-C201B486A875}" destId="{73BDBF84-584A-4041-B7AD-D0A8464516CE}" srcOrd="5" destOrd="0" presId="urn:microsoft.com/office/officeart/2005/8/layout/vList2"/>
    <dgm:cxn modelId="{3AED2014-A161-DF4C-B881-0559C618C18C}" type="presParOf" srcId="{926A6DA4-AF88-E14F-8BE0-C201B486A875}" destId="{DA9B3A42-4C5B-634D-81B9-6A94F0E9F72F}" srcOrd="6" destOrd="0" presId="urn:microsoft.com/office/officeart/2005/8/layout/vList2"/>
    <dgm:cxn modelId="{A5B4C9FD-D68C-EC4B-9349-BD7465B8F4EC}" type="presParOf" srcId="{926A6DA4-AF88-E14F-8BE0-C201B486A875}" destId="{BEA35866-5558-0343-89D4-067E2E4EB8ED}" srcOrd="7" destOrd="0" presId="urn:microsoft.com/office/officeart/2005/8/layout/vList2"/>
    <dgm:cxn modelId="{A45B5E22-AFD9-174E-9CAE-654364BB0CB1}" type="presParOf" srcId="{926A6DA4-AF88-E14F-8BE0-C201B486A875}" destId="{3E466130-2EB1-044D-975B-EF6597A004BA}" srcOrd="8" destOrd="0" presId="urn:microsoft.com/office/officeart/2005/8/layout/vList2"/>
    <dgm:cxn modelId="{7F834823-374D-1245-8F12-1CF62DA6118D}" type="presParOf" srcId="{926A6DA4-AF88-E14F-8BE0-C201B486A875}" destId="{A33F2FB9-8912-5244-A036-A70B45020C81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E1A42AD-D5DD-4C15-942E-0B1C5D22985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479619F-66E4-4F7C-BB4F-FB761AFE18DB}">
      <dgm:prSet/>
      <dgm:spPr/>
      <dgm:t>
        <a:bodyPr/>
        <a:lstStyle/>
        <a:p>
          <a:r>
            <a:rPr lang="en-US" b="1"/>
            <a:t>User Query</a:t>
          </a:r>
          <a:endParaRPr lang="en-US"/>
        </a:p>
      </dgm:t>
    </dgm:pt>
    <dgm:pt modelId="{612FCFE5-462F-461B-9EC3-5F17D48B4D1B}" type="parTrans" cxnId="{A547C76F-BB22-420E-94AC-A12E663096DD}">
      <dgm:prSet/>
      <dgm:spPr/>
      <dgm:t>
        <a:bodyPr/>
        <a:lstStyle/>
        <a:p>
          <a:endParaRPr lang="en-US"/>
        </a:p>
      </dgm:t>
    </dgm:pt>
    <dgm:pt modelId="{23393306-B956-4C7B-A21A-8BA83E71C255}" type="sibTrans" cxnId="{A547C76F-BB22-420E-94AC-A12E663096DD}">
      <dgm:prSet/>
      <dgm:spPr/>
      <dgm:t>
        <a:bodyPr/>
        <a:lstStyle/>
        <a:p>
          <a:endParaRPr lang="en-US"/>
        </a:p>
      </dgm:t>
    </dgm:pt>
    <dgm:pt modelId="{0F1DEE63-397E-4166-B713-E2C958EA81B5}">
      <dgm:prSet/>
      <dgm:spPr/>
      <dgm:t>
        <a:bodyPr/>
        <a:lstStyle/>
        <a:p>
          <a:r>
            <a:rPr lang="en-US"/>
            <a:t>Customer asks a policy or claim question.</a:t>
          </a:r>
        </a:p>
      </dgm:t>
    </dgm:pt>
    <dgm:pt modelId="{574ABE58-3315-464B-BA08-C18A5B89690A}" type="parTrans" cxnId="{6AB87C71-C02F-4872-947E-D28C2D37304F}">
      <dgm:prSet/>
      <dgm:spPr/>
      <dgm:t>
        <a:bodyPr/>
        <a:lstStyle/>
        <a:p>
          <a:endParaRPr lang="en-US"/>
        </a:p>
      </dgm:t>
    </dgm:pt>
    <dgm:pt modelId="{0D6A76C7-3D81-41E6-8246-9AA31A46E26E}" type="sibTrans" cxnId="{6AB87C71-C02F-4872-947E-D28C2D37304F}">
      <dgm:prSet/>
      <dgm:spPr/>
      <dgm:t>
        <a:bodyPr/>
        <a:lstStyle/>
        <a:p>
          <a:endParaRPr lang="en-US"/>
        </a:p>
      </dgm:t>
    </dgm:pt>
    <dgm:pt modelId="{D7B6E226-CF4F-4002-9857-FBF0AA3283E7}">
      <dgm:prSet/>
      <dgm:spPr/>
      <dgm:t>
        <a:bodyPr/>
        <a:lstStyle/>
        <a:p>
          <a:r>
            <a:rPr lang="en-US" b="1"/>
            <a:t>Clause Retrieval</a:t>
          </a:r>
          <a:endParaRPr lang="en-US"/>
        </a:p>
      </dgm:t>
    </dgm:pt>
    <dgm:pt modelId="{A7B95D21-D21F-421F-B275-9D5209F95714}" type="parTrans" cxnId="{39325365-39A2-4A88-9597-7ADA415DDC12}">
      <dgm:prSet/>
      <dgm:spPr/>
      <dgm:t>
        <a:bodyPr/>
        <a:lstStyle/>
        <a:p>
          <a:endParaRPr lang="en-US"/>
        </a:p>
      </dgm:t>
    </dgm:pt>
    <dgm:pt modelId="{4D79FF34-F413-4E0F-A78F-160A708BFE39}" type="sibTrans" cxnId="{39325365-39A2-4A88-9597-7ADA415DDC12}">
      <dgm:prSet/>
      <dgm:spPr/>
      <dgm:t>
        <a:bodyPr/>
        <a:lstStyle/>
        <a:p>
          <a:endParaRPr lang="en-US"/>
        </a:p>
      </dgm:t>
    </dgm:pt>
    <dgm:pt modelId="{AD953F5A-2C88-4E89-8F53-086035F11F67}">
      <dgm:prSet/>
      <dgm:spPr/>
      <dgm:t>
        <a:bodyPr/>
        <a:lstStyle/>
        <a:p>
          <a:r>
            <a:rPr lang="en-US"/>
            <a:t>System finds relevant policy sections.</a:t>
          </a:r>
        </a:p>
      </dgm:t>
    </dgm:pt>
    <dgm:pt modelId="{819D37EC-295A-4837-AA62-BA86BD9452F2}" type="parTrans" cxnId="{8D63D370-A406-4860-AA49-77F9A5E6C718}">
      <dgm:prSet/>
      <dgm:spPr/>
      <dgm:t>
        <a:bodyPr/>
        <a:lstStyle/>
        <a:p>
          <a:endParaRPr lang="en-US"/>
        </a:p>
      </dgm:t>
    </dgm:pt>
    <dgm:pt modelId="{A198A76B-B353-424E-A403-853BFBFE517A}" type="sibTrans" cxnId="{8D63D370-A406-4860-AA49-77F9A5E6C718}">
      <dgm:prSet/>
      <dgm:spPr/>
      <dgm:t>
        <a:bodyPr/>
        <a:lstStyle/>
        <a:p>
          <a:endParaRPr lang="en-US"/>
        </a:p>
      </dgm:t>
    </dgm:pt>
    <dgm:pt modelId="{1E77FC09-93B5-4DAC-A2FB-FC8060C1A28F}">
      <dgm:prSet/>
      <dgm:spPr/>
      <dgm:t>
        <a:bodyPr/>
        <a:lstStyle/>
        <a:p>
          <a:r>
            <a:rPr lang="en-US" b="1"/>
            <a:t>LLM Response</a:t>
          </a:r>
          <a:endParaRPr lang="en-US"/>
        </a:p>
      </dgm:t>
    </dgm:pt>
    <dgm:pt modelId="{24F18BB9-1FF5-4696-A96E-834AADF9E259}" type="parTrans" cxnId="{C2FA878B-A99E-4C0D-9B1F-694877C7519A}">
      <dgm:prSet/>
      <dgm:spPr/>
      <dgm:t>
        <a:bodyPr/>
        <a:lstStyle/>
        <a:p>
          <a:endParaRPr lang="en-US"/>
        </a:p>
      </dgm:t>
    </dgm:pt>
    <dgm:pt modelId="{292D4997-E6A5-4E53-9818-A67C0E763A72}" type="sibTrans" cxnId="{C2FA878B-A99E-4C0D-9B1F-694877C7519A}">
      <dgm:prSet/>
      <dgm:spPr/>
      <dgm:t>
        <a:bodyPr/>
        <a:lstStyle/>
        <a:p>
          <a:endParaRPr lang="en-US"/>
        </a:p>
      </dgm:t>
    </dgm:pt>
    <dgm:pt modelId="{C57CCE11-F611-4BF5-AE6F-E88E31683E9B}">
      <dgm:prSet/>
      <dgm:spPr/>
      <dgm:t>
        <a:bodyPr/>
        <a:lstStyle/>
        <a:p>
          <a:r>
            <a:rPr lang="en-US"/>
            <a:t>AI generates contextual grounded answer.</a:t>
          </a:r>
        </a:p>
      </dgm:t>
    </dgm:pt>
    <dgm:pt modelId="{99DA4AE5-2E04-4BF3-B29F-8F80C7A2486D}" type="parTrans" cxnId="{C6244082-35E3-4A13-8D5A-298058B53068}">
      <dgm:prSet/>
      <dgm:spPr/>
      <dgm:t>
        <a:bodyPr/>
        <a:lstStyle/>
        <a:p>
          <a:endParaRPr lang="en-US"/>
        </a:p>
      </dgm:t>
    </dgm:pt>
    <dgm:pt modelId="{32201CB2-71B1-46F1-B280-CB1F070BDFCD}" type="sibTrans" cxnId="{C6244082-35E3-4A13-8D5A-298058B53068}">
      <dgm:prSet/>
      <dgm:spPr/>
      <dgm:t>
        <a:bodyPr/>
        <a:lstStyle/>
        <a:p>
          <a:endParaRPr lang="en-US"/>
        </a:p>
      </dgm:t>
    </dgm:pt>
    <dgm:pt modelId="{943D07BD-0231-4FFE-8008-A4372293194A}">
      <dgm:prSet/>
      <dgm:spPr/>
      <dgm:t>
        <a:bodyPr/>
        <a:lstStyle/>
        <a:p>
          <a:r>
            <a:rPr lang="en-US" b="1"/>
            <a:t>Citation Display</a:t>
          </a:r>
          <a:endParaRPr lang="en-US"/>
        </a:p>
      </dgm:t>
    </dgm:pt>
    <dgm:pt modelId="{A17191BC-7027-4434-B369-64538C36F03C}" type="parTrans" cxnId="{B929018B-EE05-4BDE-95BA-5F5BA4E3F9EA}">
      <dgm:prSet/>
      <dgm:spPr/>
      <dgm:t>
        <a:bodyPr/>
        <a:lstStyle/>
        <a:p>
          <a:endParaRPr lang="en-US"/>
        </a:p>
      </dgm:t>
    </dgm:pt>
    <dgm:pt modelId="{2A7FB326-B74F-462C-976B-4D694F15A8DE}" type="sibTrans" cxnId="{B929018B-EE05-4BDE-95BA-5F5BA4E3F9EA}">
      <dgm:prSet/>
      <dgm:spPr/>
      <dgm:t>
        <a:bodyPr/>
        <a:lstStyle/>
        <a:p>
          <a:endParaRPr lang="en-US"/>
        </a:p>
      </dgm:t>
    </dgm:pt>
    <dgm:pt modelId="{7A3A6D14-D932-45A4-811B-136EE6606AF5}">
      <dgm:prSet/>
      <dgm:spPr/>
      <dgm:t>
        <a:bodyPr/>
        <a:lstStyle/>
        <a:p>
          <a:r>
            <a:rPr lang="en-US"/>
            <a:t>Shows policy page reference.</a:t>
          </a:r>
        </a:p>
      </dgm:t>
    </dgm:pt>
    <dgm:pt modelId="{2AFFD6C1-093B-4D94-8179-DF4E1F1BCF15}" type="parTrans" cxnId="{5B18DD7A-CFCD-458C-8A70-4098B1D30385}">
      <dgm:prSet/>
      <dgm:spPr/>
      <dgm:t>
        <a:bodyPr/>
        <a:lstStyle/>
        <a:p>
          <a:endParaRPr lang="en-US"/>
        </a:p>
      </dgm:t>
    </dgm:pt>
    <dgm:pt modelId="{AEE607FB-028E-48C4-9263-80177A97ECF6}" type="sibTrans" cxnId="{5B18DD7A-CFCD-458C-8A70-4098B1D30385}">
      <dgm:prSet/>
      <dgm:spPr/>
      <dgm:t>
        <a:bodyPr/>
        <a:lstStyle/>
        <a:p>
          <a:endParaRPr lang="en-US"/>
        </a:p>
      </dgm:t>
    </dgm:pt>
    <dgm:pt modelId="{448A8F6D-D61E-4FAF-89B6-3B9C8A7AD148}">
      <dgm:prSet/>
      <dgm:spPr/>
      <dgm:t>
        <a:bodyPr/>
        <a:lstStyle/>
        <a:p>
          <a:r>
            <a:rPr lang="en-US" b="1"/>
            <a:t>Claim Scenario</a:t>
          </a:r>
          <a:endParaRPr lang="en-US"/>
        </a:p>
      </dgm:t>
    </dgm:pt>
    <dgm:pt modelId="{2F48780A-CA4D-41F9-944D-D427F858DC01}" type="parTrans" cxnId="{9D72CBD0-2FCE-454F-BD16-1DB82F7F9309}">
      <dgm:prSet/>
      <dgm:spPr/>
      <dgm:t>
        <a:bodyPr/>
        <a:lstStyle/>
        <a:p>
          <a:endParaRPr lang="en-US"/>
        </a:p>
      </dgm:t>
    </dgm:pt>
    <dgm:pt modelId="{EFAEB3F1-C9AC-414B-B675-520427A94A47}" type="sibTrans" cxnId="{9D72CBD0-2FCE-454F-BD16-1DB82F7F9309}">
      <dgm:prSet/>
      <dgm:spPr/>
      <dgm:t>
        <a:bodyPr/>
        <a:lstStyle/>
        <a:p>
          <a:endParaRPr lang="en-US"/>
        </a:p>
      </dgm:t>
    </dgm:pt>
    <dgm:pt modelId="{18A612DA-4947-424F-A3C4-2060E2D52640}">
      <dgm:prSet/>
      <dgm:spPr/>
      <dgm:t>
        <a:bodyPr/>
        <a:lstStyle/>
        <a:p>
          <a:r>
            <a:rPr lang="en-US"/>
            <a:t>Demonstrates pre‑check automation.</a:t>
          </a:r>
        </a:p>
      </dgm:t>
    </dgm:pt>
    <dgm:pt modelId="{0B84337E-9C7A-435E-BA49-358A4ECB7571}" type="parTrans" cxnId="{C286FD6F-5704-48F4-9775-F4C176F55395}">
      <dgm:prSet/>
      <dgm:spPr/>
      <dgm:t>
        <a:bodyPr/>
        <a:lstStyle/>
        <a:p>
          <a:endParaRPr lang="en-US"/>
        </a:p>
      </dgm:t>
    </dgm:pt>
    <dgm:pt modelId="{D0DD167B-8337-433E-B221-739F2A159931}" type="sibTrans" cxnId="{C286FD6F-5704-48F4-9775-F4C176F55395}">
      <dgm:prSet/>
      <dgm:spPr/>
      <dgm:t>
        <a:bodyPr/>
        <a:lstStyle/>
        <a:p>
          <a:endParaRPr lang="en-US"/>
        </a:p>
      </dgm:t>
    </dgm:pt>
    <dgm:pt modelId="{607E7494-24DD-9A48-BB90-0CC430CC4E29}" type="pres">
      <dgm:prSet presAssocID="{6E1A42AD-D5DD-4C15-942E-0B1C5D229852}" presName="linear" presStyleCnt="0">
        <dgm:presLayoutVars>
          <dgm:animLvl val="lvl"/>
          <dgm:resizeHandles val="exact"/>
        </dgm:presLayoutVars>
      </dgm:prSet>
      <dgm:spPr/>
    </dgm:pt>
    <dgm:pt modelId="{26358525-C888-F04C-9087-F11241C06C5F}" type="pres">
      <dgm:prSet presAssocID="{F479619F-66E4-4F7C-BB4F-FB761AFE18D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97E6D6D-4941-9046-925A-57D8FDC89FD4}" type="pres">
      <dgm:prSet presAssocID="{F479619F-66E4-4F7C-BB4F-FB761AFE18DB}" presName="childText" presStyleLbl="revTx" presStyleIdx="0" presStyleCnt="5">
        <dgm:presLayoutVars>
          <dgm:bulletEnabled val="1"/>
        </dgm:presLayoutVars>
      </dgm:prSet>
      <dgm:spPr/>
    </dgm:pt>
    <dgm:pt modelId="{E6BB6C97-640A-D443-B601-8E855270AA84}" type="pres">
      <dgm:prSet presAssocID="{D7B6E226-CF4F-4002-9857-FBF0AA3283E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E8C272D-B580-584F-BF56-4D08C755F0F7}" type="pres">
      <dgm:prSet presAssocID="{D7B6E226-CF4F-4002-9857-FBF0AA3283E7}" presName="childText" presStyleLbl="revTx" presStyleIdx="1" presStyleCnt="5">
        <dgm:presLayoutVars>
          <dgm:bulletEnabled val="1"/>
        </dgm:presLayoutVars>
      </dgm:prSet>
      <dgm:spPr/>
    </dgm:pt>
    <dgm:pt modelId="{03A0B593-3E38-6743-A3DD-A2222426F415}" type="pres">
      <dgm:prSet presAssocID="{1E77FC09-93B5-4DAC-A2FB-FC8060C1A28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C4B3B6F-7A13-854C-87B9-426C794EDD3E}" type="pres">
      <dgm:prSet presAssocID="{1E77FC09-93B5-4DAC-A2FB-FC8060C1A28F}" presName="childText" presStyleLbl="revTx" presStyleIdx="2" presStyleCnt="5">
        <dgm:presLayoutVars>
          <dgm:bulletEnabled val="1"/>
        </dgm:presLayoutVars>
      </dgm:prSet>
      <dgm:spPr/>
    </dgm:pt>
    <dgm:pt modelId="{47E8D6EC-4370-174C-AFE0-65B9787200B0}" type="pres">
      <dgm:prSet presAssocID="{943D07BD-0231-4FFE-8008-A4372293194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D213345-5408-8340-A9BB-8784A4982DAB}" type="pres">
      <dgm:prSet presAssocID="{943D07BD-0231-4FFE-8008-A4372293194A}" presName="childText" presStyleLbl="revTx" presStyleIdx="3" presStyleCnt="5">
        <dgm:presLayoutVars>
          <dgm:bulletEnabled val="1"/>
        </dgm:presLayoutVars>
      </dgm:prSet>
      <dgm:spPr/>
    </dgm:pt>
    <dgm:pt modelId="{18326C6D-0B94-9B4F-B77E-D474D9167770}" type="pres">
      <dgm:prSet presAssocID="{448A8F6D-D61E-4FAF-89B6-3B9C8A7AD14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3C38993-66BF-4949-9892-75640184EA34}" type="pres">
      <dgm:prSet presAssocID="{448A8F6D-D61E-4FAF-89B6-3B9C8A7AD148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4F646B05-396E-834D-B1D9-FB80683D1148}" type="presOf" srcId="{448A8F6D-D61E-4FAF-89B6-3B9C8A7AD148}" destId="{18326C6D-0B94-9B4F-B77E-D474D9167770}" srcOrd="0" destOrd="0" presId="urn:microsoft.com/office/officeart/2005/8/layout/vList2"/>
    <dgm:cxn modelId="{BBFE7021-E783-114D-B4B2-604B22AFA63C}" type="presOf" srcId="{1E77FC09-93B5-4DAC-A2FB-FC8060C1A28F}" destId="{03A0B593-3E38-6743-A3DD-A2222426F415}" srcOrd="0" destOrd="0" presId="urn:microsoft.com/office/officeart/2005/8/layout/vList2"/>
    <dgm:cxn modelId="{D69EA134-7FFB-104E-8A37-07DFB5D1F925}" type="presOf" srcId="{AD953F5A-2C88-4E89-8F53-086035F11F67}" destId="{5E8C272D-B580-584F-BF56-4D08C755F0F7}" srcOrd="0" destOrd="0" presId="urn:microsoft.com/office/officeart/2005/8/layout/vList2"/>
    <dgm:cxn modelId="{E6FC225B-3A33-4844-BC28-3E6E26307044}" type="presOf" srcId="{0F1DEE63-397E-4166-B713-E2C958EA81B5}" destId="{A97E6D6D-4941-9046-925A-57D8FDC89FD4}" srcOrd="0" destOrd="0" presId="urn:microsoft.com/office/officeart/2005/8/layout/vList2"/>
    <dgm:cxn modelId="{39325365-39A2-4A88-9597-7ADA415DDC12}" srcId="{6E1A42AD-D5DD-4C15-942E-0B1C5D229852}" destId="{D7B6E226-CF4F-4002-9857-FBF0AA3283E7}" srcOrd="1" destOrd="0" parTransId="{A7B95D21-D21F-421F-B275-9D5209F95714}" sibTransId="{4D79FF34-F413-4E0F-A78F-160A708BFE39}"/>
    <dgm:cxn modelId="{A547C76F-BB22-420E-94AC-A12E663096DD}" srcId="{6E1A42AD-D5DD-4C15-942E-0B1C5D229852}" destId="{F479619F-66E4-4F7C-BB4F-FB761AFE18DB}" srcOrd="0" destOrd="0" parTransId="{612FCFE5-462F-461B-9EC3-5F17D48B4D1B}" sibTransId="{23393306-B956-4C7B-A21A-8BA83E71C255}"/>
    <dgm:cxn modelId="{C286FD6F-5704-48F4-9775-F4C176F55395}" srcId="{448A8F6D-D61E-4FAF-89B6-3B9C8A7AD148}" destId="{18A612DA-4947-424F-A3C4-2060E2D52640}" srcOrd="0" destOrd="0" parTransId="{0B84337E-9C7A-435E-BA49-358A4ECB7571}" sibTransId="{D0DD167B-8337-433E-B221-739F2A159931}"/>
    <dgm:cxn modelId="{8D63D370-A406-4860-AA49-77F9A5E6C718}" srcId="{D7B6E226-CF4F-4002-9857-FBF0AA3283E7}" destId="{AD953F5A-2C88-4E89-8F53-086035F11F67}" srcOrd="0" destOrd="0" parTransId="{819D37EC-295A-4837-AA62-BA86BD9452F2}" sibTransId="{A198A76B-B353-424E-A403-853BFBFE517A}"/>
    <dgm:cxn modelId="{6AB87C71-C02F-4872-947E-D28C2D37304F}" srcId="{F479619F-66E4-4F7C-BB4F-FB761AFE18DB}" destId="{0F1DEE63-397E-4166-B713-E2C958EA81B5}" srcOrd="0" destOrd="0" parTransId="{574ABE58-3315-464B-BA08-C18A5B89690A}" sibTransId="{0D6A76C7-3D81-41E6-8246-9AA31A46E26E}"/>
    <dgm:cxn modelId="{5B18DD7A-CFCD-458C-8A70-4098B1D30385}" srcId="{943D07BD-0231-4FFE-8008-A4372293194A}" destId="{7A3A6D14-D932-45A4-811B-136EE6606AF5}" srcOrd="0" destOrd="0" parTransId="{2AFFD6C1-093B-4D94-8179-DF4E1F1BCF15}" sibTransId="{AEE607FB-028E-48C4-9263-80177A97ECF6}"/>
    <dgm:cxn modelId="{C6244082-35E3-4A13-8D5A-298058B53068}" srcId="{1E77FC09-93B5-4DAC-A2FB-FC8060C1A28F}" destId="{C57CCE11-F611-4BF5-AE6F-E88E31683E9B}" srcOrd="0" destOrd="0" parTransId="{99DA4AE5-2E04-4BF3-B29F-8F80C7A2486D}" sibTransId="{32201CB2-71B1-46F1-B280-CB1F070BDFCD}"/>
    <dgm:cxn modelId="{DBB11388-1B70-9747-A073-297E21C2F506}" type="presOf" srcId="{7A3A6D14-D932-45A4-811B-136EE6606AF5}" destId="{3D213345-5408-8340-A9BB-8784A4982DAB}" srcOrd="0" destOrd="0" presId="urn:microsoft.com/office/officeart/2005/8/layout/vList2"/>
    <dgm:cxn modelId="{B929018B-EE05-4BDE-95BA-5F5BA4E3F9EA}" srcId="{6E1A42AD-D5DD-4C15-942E-0B1C5D229852}" destId="{943D07BD-0231-4FFE-8008-A4372293194A}" srcOrd="3" destOrd="0" parTransId="{A17191BC-7027-4434-B369-64538C36F03C}" sibTransId="{2A7FB326-B74F-462C-976B-4D694F15A8DE}"/>
    <dgm:cxn modelId="{C2FA878B-A99E-4C0D-9B1F-694877C7519A}" srcId="{6E1A42AD-D5DD-4C15-942E-0B1C5D229852}" destId="{1E77FC09-93B5-4DAC-A2FB-FC8060C1A28F}" srcOrd="2" destOrd="0" parTransId="{24F18BB9-1FF5-4696-A96E-834AADF9E259}" sibTransId="{292D4997-E6A5-4E53-9818-A67C0E763A72}"/>
    <dgm:cxn modelId="{84844193-EA49-9448-BA49-9A5E3A9E50EF}" type="presOf" srcId="{C57CCE11-F611-4BF5-AE6F-E88E31683E9B}" destId="{3C4B3B6F-7A13-854C-87B9-426C794EDD3E}" srcOrd="0" destOrd="0" presId="urn:microsoft.com/office/officeart/2005/8/layout/vList2"/>
    <dgm:cxn modelId="{CB18C49D-C36A-A54D-8654-3E367D0CA56C}" type="presOf" srcId="{D7B6E226-CF4F-4002-9857-FBF0AA3283E7}" destId="{E6BB6C97-640A-D443-B601-8E855270AA84}" srcOrd="0" destOrd="0" presId="urn:microsoft.com/office/officeart/2005/8/layout/vList2"/>
    <dgm:cxn modelId="{9E3C6F9E-A631-5549-AA5B-89BEBFFEE387}" type="presOf" srcId="{6E1A42AD-D5DD-4C15-942E-0B1C5D229852}" destId="{607E7494-24DD-9A48-BB90-0CC430CC4E29}" srcOrd="0" destOrd="0" presId="urn:microsoft.com/office/officeart/2005/8/layout/vList2"/>
    <dgm:cxn modelId="{7BDB769F-75B2-4E49-A2AF-AC17A6F3A296}" type="presOf" srcId="{F479619F-66E4-4F7C-BB4F-FB761AFE18DB}" destId="{26358525-C888-F04C-9087-F11241C06C5F}" srcOrd="0" destOrd="0" presId="urn:microsoft.com/office/officeart/2005/8/layout/vList2"/>
    <dgm:cxn modelId="{9D72CBD0-2FCE-454F-BD16-1DB82F7F9309}" srcId="{6E1A42AD-D5DD-4C15-942E-0B1C5D229852}" destId="{448A8F6D-D61E-4FAF-89B6-3B9C8A7AD148}" srcOrd="4" destOrd="0" parTransId="{2F48780A-CA4D-41F9-944D-D427F858DC01}" sibTransId="{EFAEB3F1-C9AC-414B-B675-520427A94A47}"/>
    <dgm:cxn modelId="{BBCD22D5-A95B-3D48-B050-CA2AFED73FD2}" type="presOf" srcId="{18A612DA-4947-424F-A3C4-2060E2D52640}" destId="{63C38993-66BF-4949-9892-75640184EA34}" srcOrd="0" destOrd="0" presId="urn:microsoft.com/office/officeart/2005/8/layout/vList2"/>
    <dgm:cxn modelId="{5139A1FA-9191-B94D-8A07-3E8476360857}" type="presOf" srcId="{943D07BD-0231-4FFE-8008-A4372293194A}" destId="{47E8D6EC-4370-174C-AFE0-65B9787200B0}" srcOrd="0" destOrd="0" presId="urn:microsoft.com/office/officeart/2005/8/layout/vList2"/>
    <dgm:cxn modelId="{D6CD59B7-DF86-7244-ADAF-FDCCFBE4235F}" type="presParOf" srcId="{607E7494-24DD-9A48-BB90-0CC430CC4E29}" destId="{26358525-C888-F04C-9087-F11241C06C5F}" srcOrd="0" destOrd="0" presId="urn:microsoft.com/office/officeart/2005/8/layout/vList2"/>
    <dgm:cxn modelId="{1789DD62-9B60-0641-AD01-138023BF7383}" type="presParOf" srcId="{607E7494-24DD-9A48-BB90-0CC430CC4E29}" destId="{A97E6D6D-4941-9046-925A-57D8FDC89FD4}" srcOrd="1" destOrd="0" presId="urn:microsoft.com/office/officeart/2005/8/layout/vList2"/>
    <dgm:cxn modelId="{CCA4BE19-FCE2-A64D-A9E0-609649F437BB}" type="presParOf" srcId="{607E7494-24DD-9A48-BB90-0CC430CC4E29}" destId="{E6BB6C97-640A-D443-B601-8E855270AA84}" srcOrd="2" destOrd="0" presId="urn:microsoft.com/office/officeart/2005/8/layout/vList2"/>
    <dgm:cxn modelId="{74621194-346F-B148-A3E2-CE91E645738D}" type="presParOf" srcId="{607E7494-24DD-9A48-BB90-0CC430CC4E29}" destId="{5E8C272D-B580-584F-BF56-4D08C755F0F7}" srcOrd="3" destOrd="0" presId="urn:microsoft.com/office/officeart/2005/8/layout/vList2"/>
    <dgm:cxn modelId="{BF0EA619-5CDD-FE48-8219-6FB0FD1BF8A0}" type="presParOf" srcId="{607E7494-24DD-9A48-BB90-0CC430CC4E29}" destId="{03A0B593-3E38-6743-A3DD-A2222426F415}" srcOrd="4" destOrd="0" presId="urn:microsoft.com/office/officeart/2005/8/layout/vList2"/>
    <dgm:cxn modelId="{CEB0CD6A-5727-2D44-86B9-EC351608F662}" type="presParOf" srcId="{607E7494-24DD-9A48-BB90-0CC430CC4E29}" destId="{3C4B3B6F-7A13-854C-87B9-426C794EDD3E}" srcOrd="5" destOrd="0" presId="urn:microsoft.com/office/officeart/2005/8/layout/vList2"/>
    <dgm:cxn modelId="{9C6C182C-3AB0-7B47-BABA-3389F90DCB95}" type="presParOf" srcId="{607E7494-24DD-9A48-BB90-0CC430CC4E29}" destId="{47E8D6EC-4370-174C-AFE0-65B9787200B0}" srcOrd="6" destOrd="0" presId="urn:microsoft.com/office/officeart/2005/8/layout/vList2"/>
    <dgm:cxn modelId="{6443C9AA-600C-0444-AE18-FDE2148A1296}" type="presParOf" srcId="{607E7494-24DD-9A48-BB90-0CC430CC4E29}" destId="{3D213345-5408-8340-A9BB-8784A4982DAB}" srcOrd="7" destOrd="0" presId="urn:microsoft.com/office/officeart/2005/8/layout/vList2"/>
    <dgm:cxn modelId="{D77F72CC-962E-2C44-8DA9-F78386630524}" type="presParOf" srcId="{607E7494-24DD-9A48-BB90-0CC430CC4E29}" destId="{18326C6D-0B94-9B4F-B77E-D474D9167770}" srcOrd="8" destOrd="0" presId="urn:microsoft.com/office/officeart/2005/8/layout/vList2"/>
    <dgm:cxn modelId="{5ABEA483-41FC-094E-8134-98455DEB1D4A}" type="presParOf" srcId="{607E7494-24DD-9A48-BB90-0CC430CC4E29}" destId="{63C38993-66BF-4949-9892-75640184EA34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07AEF96-04FF-4DE9-8EBF-F8411E14A95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120FB81-AF01-453B-812E-AA4C4A7C08DC}">
      <dgm:prSet/>
      <dgm:spPr/>
      <dgm:t>
        <a:bodyPr/>
        <a:lstStyle/>
        <a:p>
          <a:r>
            <a:rPr lang="en-US" b="1"/>
            <a:t>Reduced Support Load</a:t>
          </a:r>
          <a:endParaRPr lang="en-US"/>
        </a:p>
      </dgm:t>
    </dgm:pt>
    <dgm:pt modelId="{E104183F-5B45-4980-8A01-F0D79D24DAFC}" type="parTrans" cxnId="{0A7DF3EB-6874-42F2-9FA8-6BAAC6D41E84}">
      <dgm:prSet/>
      <dgm:spPr/>
      <dgm:t>
        <a:bodyPr/>
        <a:lstStyle/>
        <a:p>
          <a:endParaRPr lang="en-US"/>
        </a:p>
      </dgm:t>
    </dgm:pt>
    <dgm:pt modelId="{DF23D2CF-894F-4CEF-8299-A3B8629C4537}" type="sibTrans" cxnId="{0A7DF3EB-6874-42F2-9FA8-6BAAC6D41E84}">
      <dgm:prSet/>
      <dgm:spPr/>
      <dgm:t>
        <a:bodyPr/>
        <a:lstStyle/>
        <a:p>
          <a:endParaRPr lang="en-US"/>
        </a:p>
      </dgm:t>
    </dgm:pt>
    <dgm:pt modelId="{7CA30599-4DD0-4642-8D74-D372001D129A}">
      <dgm:prSet/>
      <dgm:spPr/>
      <dgm:t>
        <a:bodyPr/>
        <a:lstStyle/>
        <a:p>
          <a:r>
            <a:rPr lang="en-US"/>
            <a:t>Minimizes repetitive policy queries.</a:t>
          </a:r>
        </a:p>
      </dgm:t>
    </dgm:pt>
    <dgm:pt modelId="{0E76C522-5D61-4107-99BD-1E068787DB4F}" type="parTrans" cxnId="{02A96A9A-77B4-4E92-AEC1-6ED88B5EEED5}">
      <dgm:prSet/>
      <dgm:spPr/>
      <dgm:t>
        <a:bodyPr/>
        <a:lstStyle/>
        <a:p>
          <a:endParaRPr lang="en-US"/>
        </a:p>
      </dgm:t>
    </dgm:pt>
    <dgm:pt modelId="{D31FB330-3684-497C-BA90-0F291C0EDCD9}" type="sibTrans" cxnId="{02A96A9A-77B4-4E92-AEC1-6ED88B5EEED5}">
      <dgm:prSet/>
      <dgm:spPr/>
      <dgm:t>
        <a:bodyPr/>
        <a:lstStyle/>
        <a:p>
          <a:endParaRPr lang="en-US"/>
        </a:p>
      </dgm:t>
    </dgm:pt>
    <dgm:pt modelId="{464EA296-1844-4956-9C24-6CBE21768050}">
      <dgm:prSet/>
      <dgm:spPr/>
      <dgm:t>
        <a:bodyPr/>
        <a:lstStyle/>
        <a:p>
          <a:r>
            <a:rPr lang="en-US" b="1"/>
            <a:t>Faster Claim Submission</a:t>
          </a:r>
          <a:endParaRPr lang="en-US"/>
        </a:p>
      </dgm:t>
    </dgm:pt>
    <dgm:pt modelId="{3E132543-DED0-45CC-BDF6-00F8125E6468}" type="parTrans" cxnId="{1D25D2C5-F2D3-4842-8F4E-F54FD812FEB3}">
      <dgm:prSet/>
      <dgm:spPr/>
      <dgm:t>
        <a:bodyPr/>
        <a:lstStyle/>
        <a:p>
          <a:endParaRPr lang="en-US"/>
        </a:p>
      </dgm:t>
    </dgm:pt>
    <dgm:pt modelId="{ABF55602-3358-43F8-9A1E-D909D4FCEAC3}" type="sibTrans" cxnId="{1D25D2C5-F2D3-4842-8F4E-F54FD812FEB3}">
      <dgm:prSet/>
      <dgm:spPr/>
      <dgm:t>
        <a:bodyPr/>
        <a:lstStyle/>
        <a:p>
          <a:endParaRPr lang="en-US"/>
        </a:p>
      </dgm:t>
    </dgm:pt>
    <dgm:pt modelId="{9B05359E-82AA-4846-8DBF-2BE7D6064A2B}">
      <dgm:prSet/>
      <dgm:spPr/>
      <dgm:t>
        <a:bodyPr/>
        <a:lstStyle/>
        <a:p>
          <a:r>
            <a:rPr lang="en-US"/>
            <a:t>Improves readiness before filing.</a:t>
          </a:r>
        </a:p>
      </dgm:t>
    </dgm:pt>
    <dgm:pt modelId="{8D1615DF-E668-4D93-811F-9AAD0C874AD9}" type="parTrans" cxnId="{22183DDA-5335-44AA-B4FE-82459E8ABE56}">
      <dgm:prSet/>
      <dgm:spPr/>
      <dgm:t>
        <a:bodyPr/>
        <a:lstStyle/>
        <a:p>
          <a:endParaRPr lang="en-US"/>
        </a:p>
      </dgm:t>
    </dgm:pt>
    <dgm:pt modelId="{542BAFC2-7BB9-4796-A934-D4C724CF5B9A}" type="sibTrans" cxnId="{22183DDA-5335-44AA-B4FE-82459E8ABE56}">
      <dgm:prSet/>
      <dgm:spPr/>
      <dgm:t>
        <a:bodyPr/>
        <a:lstStyle/>
        <a:p>
          <a:endParaRPr lang="en-US"/>
        </a:p>
      </dgm:t>
    </dgm:pt>
    <dgm:pt modelId="{E627844F-A70A-447D-9BAD-C4258F7A1065}">
      <dgm:prSet/>
      <dgm:spPr/>
      <dgm:t>
        <a:bodyPr/>
        <a:lstStyle/>
        <a:p>
          <a:r>
            <a:rPr lang="en-US" b="1"/>
            <a:t>Higher First‑Time‑Right Claims</a:t>
          </a:r>
          <a:endParaRPr lang="en-US"/>
        </a:p>
      </dgm:t>
    </dgm:pt>
    <dgm:pt modelId="{54E22E54-73FC-4BD2-8416-85FD2373629E}" type="parTrans" cxnId="{DAE56A60-3DD2-4E75-B698-E1AF976049EC}">
      <dgm:prSet/>
      <dgm:spPr/>
      <dgm:t>
        <a:bodyPr/>
        <a:lstStyle/>
        <a:p>
          <a:endParaRPr lang="en-US"/>
        </a:p>
      </dgm:t>
    </dgm:pt>
    <dgm:pt modelId="{85F72E6A-1BFD-4C8A-B47C-5DF1FBF45737}" type="sibTrans" cxnId="{DAE56A60-3DD2-4E75-B698-E1AF976049EC}">
      <dgm:prSet/>
      <dgm:spPr/>
      <dgm:t>
        <a:bodyPr/>
        <a:lstStyle/>
        <a:p>
          <a:endParaRPr lang="en-US"/>
        </a:p>
      </dgm:t>
    </dgm:pt>
    <dgm:pt modelId="{53A7CEC9-0D76-416D-B053-93AD0F3F360A}">
      <dgm:prSet/>
      <dgm:spPr/>
      <dgm:t>
        <a:bodyPr/>
        <a:lstStyle/>
        <a:p>
          <a:r>
            <a:rPr lang="en-US"/>
            <a:t>Reduces rework and delays.</a:t>
          </a:r>
        </a:p>
      </dgm:t>
    </dgm:pt>
    <dgm:pt modelId="{2036EF60-513D-43A0-B187-1EA1B8EC91E6}" type="parTrans" cxnId="{F055D15C-9718-42D5-AC65-F8F1F60716C7}">
      <dgm:prSet/>
      <dgm:spPr/>
      <dgm:t>
        <a:bodyPr/>
        <a:lstStyle/>
        <a:p>
          <a:endParaRPr lang="en-US"/>
        </a:p>
      </dgm:t>
    </dgm:pt>
    <dgm:pt modelId="{DC2A0F19-0B65-461D-A919-E6E2ECE35AF4}" type="sibTrans" cxnId="{F055D15C-9718-42D5-AC65-F8F1F60716C7}">
      <dgm:prSet/>
      <dgm:spPr/>
      <dgm:t>
        <a:bodyPr/>
        <a:lstStyle/>
        <a:p>
          <a:endParaRPr lang="en-US"/>
        </a:p>
      </dgm:t>
    </dgm:pt>
    <dgm:pt modelId="{42F8B75F-4FA5-47DE-8824-F4F4EDE99871}">
      <dgm:prSet/>
      <dgm:spPr/>
      <dgm:t>
        <a:bodyPr/>
        <a:lstStyle/>
        <a:p>
          <a:r>
            <a:rPr lang="en-US" b="1"/>
            <a:t>Better Customer Experience</a:t>
          </a:r>
          <a:endParaRPr lang="en-US"/>
        </a:p>
      </dgm:t>
    </dgm:pt>
    <dgm:pt modelId="{59A64710-1252-4851-9D56-B1B0EEEE736D}" type="parTrans" cxnId="{13560E72-61A6-4F0C-842D-43CBC4E7D3FF}">
      <dgm:prSet/>
      <dgm:spPr/>
      <dgm:t>
        <a:bodyPr/>
        <a:lstStyle/>
        <a:p>
          <a:endParaRPr lang="en-US"/>
        </a:p>
      </dgm:t>
    </dgm:pt>
    <dgm:pt modelId="{3CDF0D11-E162-4B19-9DA5-7CA9907DE190}" type="sibTrans" cxnId="{13560E72-61A6-4F0C-842D-43CBC4E7D3FF}">
      <dgm:prSet/>
      <dgm:spPr/>
      <dgm:t>
        <a:bodyPr/>
        <a:lstStyle/>
        <a:p>
          <a:endParaRPr lang="en-US"/>
        </a:p>
      </dgm:t>
    </dgm:pt>
    <dgm:pt modelId="{3BBF6AB9-50F3-4EAA-A92E-B45527BB8F13}">
      <dgm:prSet/>
      <dgm:spPr/>
      <dgm:t>
        <a:bodyPr/>
        <a:lstStyle/>
        <a:p>
          <a:r>
            <a:rPr lang="en-US"/>
            <a:t>Provides instant clarity.</a:t>
          </a:r>
        </a:p>
      </dgm:t>
    </dgm:pt>
    <dgm:pt modelId="{50C9CB16-6CD0-4C16-8EED-6C3B96532376}" type="parTrans" cxnId="{A2E53AB4-B7D7-4B24-A067-2585C1BC38D3}">
      <dgm:prSet/>
      <dgm:spPr/>
      <dgm:t>
        <a:bodyPr/>
        <a:lstStyle/>
        <a:p>
          <a:endParaRPr lang="en-US"/>
        </a:p>
      </dgm:t>
    </dgm:pt>
    <dgm:pt modelId="{1336FF28-3337-4853-BDDB-1CC01C932811}" type="sibTrans" cxnId="{A2E53AB4-B7D7-4B24-A067-2585C1BC38D3}">
      <dgm:prSet/>
      <dgm:spPr/>
      <dgm:t>
        <a:bodyPr/>
        <a:lstStyle/>
        <a:p>
          <a:endParaRPr lang="en-US"/>
        </a:p>
      </dgm:t>
    </dgm:pt>
    <dgm:pt modelId="{7FEBFFA6-E540-224E-8A01-CA18B8F6E2EE}" type="pres">
      <dgm:prSet presAssocID="{D07AEF96-04FF-4DE9-8EBF-F8411E14A958}" presName="linear" presStyleCnt="0">
        <dgm:presLayoutVars>
          <dgm:animLvl val="lvl"/>
          <dgm:resizeHandles val="exact"/>
        </dgm:presLayoutVars>
      </dgm:prSet>
      <dgm:spPr/>
    </dgm:pt>
    <dgm:pt modelId="{1FE7EFBE-158E-2C4E-86A9-5FA1123B5C81}" type="pres">
      <dgm:prSet presAssocID="{4120FB81-AF01-453B-812E-AA4C4A7C08D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B076EFE-EED5-D54A-80E7-ED7C8ED12A33}" type="pres">
      <dgm:prSet presAssocID="{4120FB81-AF01-453B-812E-AA4C4A7C08DC}" presName="childText" presStyleLbl="revTx" presStyleIdx="0" presStyleCnt="4">
        <dgm:presLayoutVars>
          <dgm:bulletEnabled val="1"/>
        </dgm:presLayoutVars>
      </dgm:prSet>
      <dgm:spPr/>
    </dgm:pt>
    <dgm:pt modelId="{E29FF330-1B45-B64E-B251-39E6466B06C2}" type="pres">
      <dgm:prSet presAssocID="{464EA296-1844-4956-9C24-6CBE2176805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BEF3206-1D8E-F446-B3B6-DF96E553874E}" type="pres">
      <dgm:prSet presAssocID="{464EA296-1844-4956-9C24-6CBE21768050}" presName="childText" presStyleLbl="revTx" presStyleIdx="1" presStyleCnt="4">
        <dgm:presLayoutVars>
          <dgm:bulletEnabled val="1"/>
        </dgm:presLayoutVars>
      </dgm:prSet>
      <dgm:spPr/>
    </dgm:pt>
    <dgm:pt modelId="{F7A2A0B8-D9A2-C049-B73B-A4716715602C}" type="pres">
      <dgm:prSet presAssocID="{E627844F-A70A-447D-9BAD-C4258F7A106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08AC03F-2356-E940-967E-1C3754D82248}" type="pres">
      <dgm:prSet presAssocID="{E627844F-A70A-447D-9BAD-C4258F7A1065}" presName="childText" presStyleLbl="revTx" presStyleIdx="2" presStyleCnt="4">
        <dgm:presLayoutVars>
          <dgm:bulletEnabled val="1"/>
        </dgm:presLayoutVars>
      </dgm:prSet>
      <dgm:spPr/>
    </dgm:pt>
    <dgm:pt modelId="{A691949A-5857-AA4C-B7C2-A28CFDFCB95D}" type="pres">
      <dgm:prSet presAssocID="{42F8B75F-4FA5-47DE-8824-F4F4EDE9987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6730482-71AA-454B-85E0-47FFB9F6A20C}" type="pres">
      <dgm:prSet presAssocID="{42F8B75F-4FA5-47DE-8824-F4F4EDE99871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8DA92710-8BC2-3F44-B5A3-4BD8F8C4CB9D}" type="presOf" srcId="{464EA296-1844-4956-9C24-6CBE21768050}" destId="{E29FF330-1B45-B64E-B251-39E6466B06C2}" srcOrd="0" destOrd="0" presId="urn:microsoft.com/office/officeart/2005/8/layout/vList2"/>
    <dgm:cxn modelId="{E5ED1115-AFCA-AA46-9BEB-102009B010BD}" type="presOf" srcId="{9B05359E-82AA-4846-8DBF-2BE7D6064A2B}" destId="{CBEF3206-1D8E-F446-B3B6-DF96E553874E}" srcOrd="0" destOrd="0" presId="urn:microsoft.com/office/officeart/2005/8/layout/vList2"/>
    <dgm:cxn modelId="{CECFC928-F6F0-DF40-8B92-5DACE22BF3B9}" type="presOf" srcId="{7CA30599-4DD0-4642-8D74-D372001D129A}" destId="{DB076EFE-EED5-D54A-80E7-ED7C8ED12A33}" srcOrd="0" destOrd="0" presId="urn:microsoft.com/office/officeart/2005/8/layout/vList2"/>
    <dgm:cxn modelId="{F055D15C-9718-42D5-AC65-F8F1F60716C7}" srcId="{E627844F-A70A-447D-9BAD-C4258F7A1065}" destId="{53A7CEC9-0D76-416D-B053-93AD0F3F360A}" srcOrd="0" destOrd="0" parTransId="{2036EF60-513D-43A0-B187-1EA1B8EC91E6}" sibTransId="{DC2A0F19-0B65-461D-A919-E6E2ECE35AF4}"/>
    <dgm:cxn modelId="{DAE56A60-3DD2-4E75-B698-E1AF976049EC}" srcId="{D07AEF96-04FF-4DE9-8EBF-F8411E14A958}" destId="{E627844F-A70A-447D-9BAD-C4258F7A1065}" srcOrd="2" destOrd="0" parTransId="{54E22E54-73FC-4BD2-8416-85FD2373629E}" sibTransId="{85F72E6A-1BFD-4C8A-B47C-5DF1FBF45737}"/>
    <dgm:cxn modelId="{B844E066-6C1A-3B48-AEF9-9041154D6663}" type="presOf" srcId="{E627844F-A70A-447D-9BAD-C4258F7A1065}" destId="{F7A2A0B8-D9A2-C049-B73B-A4716715602C}" srcOrd="0" destOrd="0" presId="urn:microsoft.com/office/officeart/2005/8/layout/vList2"/>
    <dgm:cxn modelId="{13560E72-61A6-4F0C-842D-43CBC4E7D3FF}" srcId="{D07AEF96-04FF-4DE9-8EBF-F8411E14A958}" destId="{42F8B75F-4FA5-47DE-8824-F4F4EDE99871}" srcOrd="3" destOrd="0" parTransId="{59A64710-1252-4851-9D56-B1B0EEEE736D}" sibTransId="{3CDF0D11-E162-4B19-9DA5-7CA9907DE190}"/>
    <dgm:cxn modelId="{09275284-FE6B-A242-BE48-24A12DB84A8A}" type="presOf" srcId="{D07AEF96-04FF-4DE9-8EBF-F8411E14A958}" destId="{7FEBFFA6-E540-224E-8A01-CA18B8F6E2EE}" srcOrd="0" destOrd="0" presId="urn:microsoft.com/office/officeart/2005/8/layout/vList2"/>
    <dgm:cxn modelId="{F0A85C8D-DF53-3C4F-AB30-BB28B4126FAB}" type="presOf" srcId="{3BBF6AB9-50F3-4EAA-A92E-B45527BB8F13}" destId="{B6730482-71AA-454B-85E0-47FFB9F6A20C}" srcOrd="0" destOrd="0" presId="urn:microsoft.com/office/officeart/2005/8/layout/vList2"/>
    <dgm:cxn modelId="{9CB9DB97-FB9D-6D41-BF4D-246B3D792BD3}" type="presOf" srcId="{53A7CEC9-0D76-416D-B053-93AD0F3F360A}" destId="{408AC03F-2356-E940-967E-1C3754D82248}" srcOrd="0" destOrd="0" presId="urn:microsoft.com/office/officeart/2005/8/layout/vList2"/>
    <dgm:cxn modelId="{02A96A9A-77B4-4E92-AEC1-6ED88B5EEED5}" srcId="{4120FB81-AF01-453B-812E-AA4C4A7C08DC}" destId="{7CA30599-4DD0-4642-8D74-D372001D129A}" srcOrd="0" destOrd="0" parTransId="{0E76C522-5D61-4107-99BD-1E068787DB4F}" sibTransId="{D31FB330-3684-497C-BA90-0F291C0EDCD9}"/>
    <dgm:cxn modelId="{20C901A3-8F18-1F40-B9AE-4A979D0C434F}" type="presOf" srcId="{42F8B75F-4FA5-47DE-8824-F4F4EDE99871}" destId="{A691949A-5857-AA4C-B7C2-A28CFDFCB95D}" srcOrd="0" destOrd="0" presId="urn:microsoft.com/office/officeart/2005/8/layout/vList2"/>
    <dgm:cxn modelId="{EAAA65B3-13C3-044C-A975-7FB2C76F775C}" type="presOf" srcId="{4120FB81-AF01-453B-812E-AA4C4A7C08DC}" destId="{1FE7EFBE-158E-2C4E-86A9-5FA1123B5C81}" srcOrd="0" destOrd="0" presId="urn:microsoft.com/office/officeart/2005/8/layout/vList2"/>
    <dgm:cxn modelId="{A2E53AB4-B7D7-4B24-A067-2585C1BC38D3}" srcId="{42F8B75F-4FA5-47DE-8824-F4F4EDE99871}" destId="{3BBF6AB9-50F3-4EAA-A92E-B45527BB8F13}" srcOrd="0" destOrd="0" parTransId="{50C9CB16-6CD0-4C16-8EED-6C3B96532376}" sibTransId="{1336FF28-3337-4853-BDDB-1CC01C932811}"/>
    <dgm:cxn modelId="{1D25D2C5-F2D3-4842-8F4E-F54FD812FEB3}" srcId="{D07AEF96-04FF-4DE9-8EBF-F8411E14A958}" destId="{464EA296-1844-4956-9C24-6CBE21768050}" srcOrd="1" destOrd="0" parTransId="{3E132543-DED0-45CC-BDF6-00F8125E6468}" sibTransId="{ABF55602-3358-43F8-9A1E-D909D4FCEAC3}"/>
    <dgm:cxn modelId="{22183DDA-5335-44AA-B4FE-82459E8ABE56}" srcId="{464EA296-1844-4956-9C24-6CBE21768050}" destId="{9B05359E-82AA-4846-8DBF-2BE7D6064A2B}" srcOrd="0" destOrd="0" parTransId="{8D1615DF-E668-4D93-811F-9AAD0C874AD9}" sibTransId="{542BAFC2-7BB9-4796-A934-D4C724CF5B9A}"/>
    <dgm:cxn modelId="{0A7DF3EB-6874-42F2-9FA8-6BAAC6D41E84}" srcId="{D07AEF96-04FF-4DE9-8EBF-F8411E14A958}" destId="{4120FB81-AF01-453B-812E-AA4C4A7C08DC}" srcOrd="0" destOrd="0" parTransId="{E104183F-5B45-4980-8A01-F0D79D24DAFC}" sibTransId="{DF23D2CF-894F-4CEF-8299-A3B8629C4537}"/>
    <dgm:cxn modelId="{4CF29656-6725-9E4C-BA37-436F11B4AAAC}" type="presParOf" srcId="{7FEBFFA6-E540-224E-8A01-CA18B8F6E2EE}" destId="{1FE7EFBE-158E-2C4E-86A9-5FA1123B5C81}" srcOrd="0" destOrd="0" presId="urn:microsoft.com/office/officeart/2005/8/layout/vList2"/>
    <dgm:cxn modelId="{C9EE2509-56A5-5343-8056-2353D69C022C}" type="presParOf" srcId="{7FEBFFA6-E540-224E-8A01-CA18B8F6E2EE}" destId="{DB076EFE-EED5-D54A-80E7-ED7C8ED12A33}" srcOrd="1" destOrd="0" presId="urn:microsoft.com/office/officeart/2005/8/layout/vList2"/>
    <dgm:cxn modelId="{F4C00147-D3A1-124B-865B-FD75718A12E6}" type="presParOf" srcId="{7FEBFFA6-E540-224E-8A01-CA18B8F6E2EE}" destId="{E29FF330-1B45-B64E-B251-39E6466B06C2}" srcOrd="2" destOrd="0" presId="urn:microsoft.com/office/officeart/2005/8/layout/vList2"/>
    <dgm:cxn modelId="{DCCBCED8-1666-8E40-A0CE-BCAD776F209B}" type="presParOf" srcId="{7FEBFFA6-E540-224E-8A01-CA18B8F6E2EE}" destId="{CBEF3206-1D8E-F446-B3B6-DF96E553874E}" srcOrd="3" destOrd="0" presId="urn:microsoft.com/office/officeart/2005/8/layout/vList2"/>
    <dgm:cxn modelId="{70E0DF49-2CE7-0149-AB3C-40C5461ACF4C}" type="presParOf" srcId="{7FEBFFA6-E540-224E-8A01-CA18B8F6E2EE}" destId="{F7A2A0B8-D9A2-C049-B73B-A4716715602C}" srcOrd="4" destOrd="0" presId="urn:microsoft.com/office/officeart/2005/8/layout/vList2"/>
    <dgm:cxn modelId="{3D3A09F8-65ED-2B46-928F-5D3C6F3879E5}" type="presParOf" srcId="{7FEBFFA6-E540-224E-8A01-CA18B8F6E2EE}" destId="{408AC03F-2356-E940-967E-1C3754D82248}" srcOrd="5" destOrd="0" presId="urn:microsoft.com/office/officeart/2005/8/layout/vList2"/>
    <dgm:cxn modelId="{404DE7CC-F74E-644C-9766-EF2E9B1119F3}" type="presParOf" srcId="{7FEBFFA6-E540-224E-8A01-CA18B8F6E2EE}" destId="{A691949A-5857-AA4C-B7C2-A28CFDFCB95D}" srcOrd="6" destOrd="0" presId="urn:microsoft.com/office/officeart/2005/8/layout/vList2"/>
    <dgm:cxn modelId="{8DB6C12A-3D4F-C749-A1BB-5472AF9A4135}" type="presParOf" srcId="{7FEBFFA6-E540-224E-8A01-CA18B8F6E2EE}" destId="{B6730482-71AA-454B-85E0-47FFB9F6A20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679EDF9-F69D-427C-A26E-7212FC33EDF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CE3A2C-E045-4174-BA45-59BF8F71DC2D}">
      <dgm:prSet/>
      <dgm:spPr/>
      <dgm:t>
        <a:bodyPr/>
        <a:lstStyle/>
        <a:p>
          <a:r>
            <a:rPr lang="en-US" b="1"/>
            <a:t>Multi‑Policy Intelligence</a:t>
          </a:r>
          <a:endParaRPr lang="en-US"/>
        </a:p>
      </dgm:t>
    </dgm:pt>
    <dgm:pt modelId="{4E550592-AC69-4EBA-B53F-38ACA857065A}" type="parTrans" cxnId="{1047C134-EB22-470C-AA05-D6F499D64995}">
      <dgm:prSet/>
      <dgm:spPr/>
      <dgm:t>
        <a:bodyPr/>
        <a:lstStyle/>
        <a:p>
          <a:endParaRPr lang="en-US"/>
        </a:p>
      </dgm:t>
    </dgm:pt>
    <dgm:pt modelId="{21FC5BAF-7646-4AE3-8B6A-EE2BC20F0A5F}" type="sibTrans" cxnId="{1047C134-EB22-470C-AA05-D6F499D64995}">
      <dgm:prSet/>
      <dgm:spPr/>
      <dgm:t>
        <a:bodyPr/>
        <a:lstStyle/>
        <a:p>
          <a:endParaRPr lang="en-US"/>
        </a:p>
      </dgm:t>
    </dgm:pt>
    <dgm:pt modelId="{C54E9E76-F628-4926-A432-3E47C4703558}">
      <dgm:prSet/>
      <dgm:spPr/>
      <dgm:t>
        <a:bodyPr/>
        <a:lstStyle/>
        <a:p>
          <a:r>
            <a:rPr lang="en-US"/>
            <a:t>Support multiple policy documents.</a:t>
          </a:r>
        </a:p>
      </dgm:t>
    </dgm:pt>
    <dgm:pt modelId="{B6AC9914-9991-4C43-979E-A89728A4DC7F}" type="parTrans" cxnId="{B0D1B1E8-4936-423C-980C-1AEC49953E9A}">
      <dgm:prSet/>
      <dgm:spPr/>
      <dgm:t>
        <a:bodyPr/>
        <a:lstStyle/>
        <a:p>
          <a:endParaRPr lang="en-US"/>
        </a:p>
      </dgm:t>
    </dgm:pt>
    <dgm:pt modelId="{CAEE4EA5-BD2E-44FE-B04D-01E5DCDC70B8}" type="sibTrans" cxnId="{B0D1B1E8-4936-423C-980C-1AEC49953E9A}">
      <dgm:prSet/>
      <dgm:spPr/>
      <dgm:t>
        <a:bodyPr/>
        <a:lstStyle/>
        <a:p>
          <a:endParaRPr lang="en-US"/>
        </a:p>
      </dgm:t>
    </dgm:pt>
    <dgm:pt modelId="{5FEA6440-D7B9-4E73-AE77-0120082BA868}">
      <dgm:prSet/>
      <dgm:spPr/>
      <dgm:t>
        <a:bodyPr/>
        <a:lstStyle/>
        <a:p>
          <a:r>
            <a:rPr lang="en-US" b="1"/>
            <a:t>Structured Clause Extraction</a:t>
          </a:r>
          <a:endParaRPr lang="en-US"/>
        </a:p>
      </dgm:t>
    </dgm:pt>
    <dgm:pt modelId="{68611976-59B9-4B1E-B541-E8D227420F75}" type="parTrans" cxnId="{6A7C2A76-2F5D-4077-9029-053949025450}">
      <dgm:prSet/>
      <dgm:spPr/>
      <dgm:t>
        <a:bodyPr/>
        <a:lstStyle/>
        <a:p>
          <a:endParaRPr lang="en-US"/>
        </a:p>
      </dgm:t>
    </dgm:pt>
    <dgm:pt modelId="{CC3C041F-FDC4-46DB-8121-5F87E20F2F1F}" type="sibTrans" cxnId="{6A7C2A76-2F5D-4077-9029-053949025450}">
      <dgm:prSet/>
      <dgm:spPr/>
      <dgm:t>
        <a:bodyPr/>
        <a:lstStyle/>
        <a:p>
          <a:endParaRPr lang="en-US"/>
        </a:p>
      </dgm:t>
    </dgm:pt>
    <dgm:pt modelId="{7B1D3D28-11EC-403D-BF90-AD6EF659FEEE}">
      <dgm:prSet/>
      <dgm:spPr/>
      <dgm:t>
        <a:bodyPr/>
        <a:lstStyle/>
        <a:p>
          <a:r>
            <a:rPr lang="en-US"/>
            <a:t>Improve reasoning accuracy.</a:t>
          </a:r>
        </a:p>
      </dgm:t>
    </dgm:pt>
    <dgm:pt modelId="{F7208BB3-1FEE-4488-8E2E-89F412B57D28}" type="parTrans" cxnId="{827A3477-365B-4A62-BB86-DADD4D1EE9BB}">
      <dgm:prSet/>
      <dgm:spPr/>
      <dgm:t>
        <a:bodyPr/>
        <a:lstStyle/>
        <a:p>
          <a:endParaRPr lang="en-US"/>
        </a:p>
      </dgm:t>
    </dgm:pt>
    <dgm:pt modelId="{44A55569-3ACF-45E3-94CC-1D3070731D2F}" type="sibTrans" cxnId="{827A3477-365B-4A62-BB86-DADD4D1EE9BB}">
      <dgm:prSet/>
      <dgm:spPr/>
      <dgm:t>
        <a:bodyPr/>
        <a:lstStyle/>
        <a:p>
          <a:endParaRPr lang="en-US"/>
        </a:p>
      </dgm:t>
    </dgm:pt>
    <dgm:pt modelId="{96410D2F-56CE-4F02-839E-D41DCED8744E}">
      <dgm:prSet/>
      <dgm:spPr/>
      <dgm:t>
        <a:bodyPr/>
        <a:lstStyle/>
        <a:p>
          <a:r>
            <a:rPr lang="en-US" b="1"/>
            <a:t>Confidence Scoring</a:t>
          </a:r>
          <a:endParaRPr lang="en-US"/>
        </a:p>
      </dgm:t>
    </dgm:pt>
    <dgm:pt modelId="{332F6110-09FA-4B66-8D3B-C99D0A949B0D}" type="parTrans" cxnId="{0FA618DB-0062-4633-9E2D-42C2055945F8}">
      <dgm:prSet/>
      <dgm:spPr/>
      <dgm:t>
        <a:bodyPr/>
        <a:lstStyle/>
        <a:p>
          <a:endParaRPr lang="en-US"/>
        </a:p>
      </dgm:t>
    </dgm:pt>
    <dgm:pt modelId="{C4E5DAEE-2347-4886-BDA8-A0AB61393148}" type="sibTrans" cxnId="{0FA618DB-0062-4633-9E2D-42C2055945F8}">
      <dgm:prSet/>
      <dgm:spPr/>
      <dgm:t>
        <a:bodyPr/>
        <a:lstStyle/>
        <a:p>
          <a:endParaRPr lang="en-US"/>
        </a:p>
      </dgm:t>
    </dgm:pt>
    <dgm:pt modelId="{837B03EB-D13F-41B0-A0CF-4753F05BB66F}">
      <dgm:prSet/>
      <dgm:spPr/>
      <dgm:t>
        <a:bodyPr/>
        <a:lstStyle/>
        <a:p>
          <a:r>
            <a:rPr lang="en-US"/>
            <a:t>Indicate reliability of AI responses.</a:t>
          </a:r>
        </a:p>
      </dgm:t>
    </dgm:pt>
    <dgm:pt modelId="{D9DBD02F-EFB6-4DC9-B530-5081D59398A3}" type="parTrans" cxnId="{B70713D0-072E-4758-962C-454C8A671449}">
      <dgm:prSet/>
      <dgm:spPr/>
      <dgm:t>
        <a:bodyPr/>
        <a:lstStyle/>
        <a:p>
          <a:endParaRPr lang="en-US"/>
        </a:p>
      </dgm:t>
    </dgm:pt>
    <dgm:pt modelId="{AA47582A-3B7D-457D-AFDD-95FDF02122EA}" type="sibTrans" cxnId="{B70713D0-072E-4758-962C-454C8A671449}">
      <dgm:prSet/>
      <dgm:spPr/>
      <dgm:t>
        <a:bodyPr/>
        <a:lstStyle/>
        <a:p>
          <a:endParaRPr lang="en-US"/>
        </a:p>
      </dgm:t>
    </dgm:pt>
    <dgm:pt modelId="{AB54EF5C-EA2D-4B90-9F73-E69E3A5A5D0F}">
      <dgm:prSet/>
      <dgm:spPr/>
      <dgm:t>
        <a:bodyPr/>
        <a:lstStyle/>
        <a:p>
          <a:r>
            <a:rPr lang="en-US" b="1"/>
            <a:t>Section‑Aware Retrieval</a:t>
          </a:r>
          <a:endParaRPr lang="en-US"/>
        </a:p>
      </dgm:t>
    </dgm:pt>
    <dgm:pt modelId="{11A61918-FA77-44E0-84E2-15A8CB17E52C}" type="parTrans" cxnId="{3DC5945C-D525-4086-8E97-AD77E0B07236}">
      <dgm:prSet/>
      <dgm:spPr/>
      <dgm:t>
        <a:bodyPr/>
        <a:lstStyle/>
        <a:p>
          <a:endParaRPr lang="en-US"/>
        </a:p>
      </dgm:t>
    </dgm:pt>
    <dgm:pt modelId="{20CE89F0-B7A9-4304-85B5-C4D167483C21}" type="sibTrans" cxnId="{3DC5945C-D525-4086-8E97-AD77E0B07236}">
      <dgm:prSet/>
      <dgm:spPr/>
      <dgm:t>
        <a:bodyPr/>
        <a:lstStyle/>
        <a:p>
          <a:endParaRPr lang="en-US"/>
        </a:p>
      </dgm:t>
    </dgm:pt>
    <dgm:pt modelId="{40F95AE8-AC86-4948-8918-E6EACF3DC9E9}">
      <dgm:prSet/>
      <dgm:spPr/>
      <dgm:t>
        <a:bodyPr/>
        <a:lstStyle/>
        <a:p>
          <a:r>
            <a:rPr lang="en-US"/>
            <a:t>Better semantic ranking.</a:t>
          </a:r>
        </a:p>
      </dgm:t>
    </dgm:pt>
    <dgm:pt modelId="{7DD0878A-C84E-4B78-BD16-92AF4EA45613}" type="parTrans" cxnId="{32E311C5-339D-4F16-B04F-4DA5D31A213B}">
      <dgm:prSet/>
      <dgm:spPr/>
      <dgm:t>
        <a:bodyPr/>
        <a:lstStyle/>
        <a:p>
          <a:endParaRPr lang="en-US"/>
        </a:p>
      </dgm:t>
    </dgm:pt>
    <dgm:pt modelId="{913D3EE0-C745-42EA-8EBD-0D6B032FB2CE}" type="sibTrans" cxnId="{32E311C5-339D-4F16-B04F-4DA5D31A213B}">
      <dgm:prSet/>
      <dgm:spPr/>
      <dgm:t>
        <a:bodyPr/>
        <a:lstStyle/>
        <a:p>
          <a:endParaRPr lang="en-US"/>
        </a:p>
      </dgm:t>
    </dgm:pt>
    <dgm:pt modelId="{E10E6399-55C1-4352-A0A4-F4BC0530B32A}">
      <dgm:prSet/>
      <dgm:spPr/>
      <dgm:t>
        <a:bodyPr/>
        <a:lstStyle/>
        <a:p>
          <a:r>
            <a:rPr lang="en-US" b="1"/>
            <a:t>Voice Interface</a:t>
          </a:r>
          <a:endParaRPr lang="en-US"/>
        </a:p>
      </dgm:t>
    </dgm:pt>
    <dgm:pt modelId="{6D39B1BA-F38E-4DD0-9DA6-622D530FFC45}" type="parTrans" cxnId="{C78D12E9-FE45-4213-A0FA-C6919ABE7D8B}">
      <dgm:prSet/>
      <dgm:spPr/>
      <dgm:t>
        <a:bodyPr/>
        <a:lstStyle/>
        <a:p>
          <a:endParaRPr lang="en-US"/>
        </a:p>
      </dgm:t>
    </dgm:pt>
    <dgm:pt modelId="{2B2CDDB8-8913-4A59-93E6-EE184F11FE72}" type="sibTrans" cxnId="{C78D12E9-FE45-4213-A0FA-C6919ABE7D8B}">
      <dgm:prSet/>
      <dgm:spPr/>
      <dgm:t>
        <a:bodyPr/>
        <a:lstStyle/>
        <a:p>
          <a:endParaRPr lang="en-US"/>
        </a:p>
      </dgm:t>
    </dgm:pt>
    <dgm:pt modelId="{5DA57CBD-8779-41A1-91BB-3A6F57803098}">
      <dgm:prSet/>
      <dgm:spPr/>
      <dgm:t>
        <a:bodyPr/>
        <a:lstStyle/>
        <a:p>
          <a:r>
            <a:rPr lang="en-US"/>
            <a:t>Enable conversational voice interaction.</a:t>
          </a:r>
        </a:p>
      </dgm:t>
    </dgm:pt>
    <dgm:pt modelId="{E12CFA87-7F53-437A-840E-9A6F005A8068}" type="parTrans" cxnId="{E1834AFF-C8EA-4AB8-8061-4F4D964B5E50}">
      <dgm:prSet/>
      <dgm:spPr/>
      <dgm:t>
        <a:bodyPr/>
        <a:lstStyle/>
        <a:p>
          <a:endParaRPr lang="en-US"/>
        </a:p>
      </dgm:t>
    </dgm:pt>
    <dgm:pt modelId="{24994243-00A9-4B68-B115-3B02DC3B8F43}" type="sibTrans" cxnId="{E1834AFF-C8EA-4AB8-8061-4F4D964B5E50}">
      <dgm:prSet/>
      <dgm:spPr/>
      <dgm:t>
        <a:bodyPr/>
        <a:lstStyle/>
        <a:p>
          <a:endParaRPr lang="en-US"/>
        </a:p>
      </dgm:t>
    </dgm:pt>
    <dgm:pt modelId="{58055CE7-957C-0D48-AC98-DA1C05A3B3A8}" type="pres">
      <dgm:prSet presAssocID="{5679EDF9-F69D-427C-A26E-7212FC33EDF9}" presName="linear" presStyleCnt="0">
        <dgm:presLayoutVars>
          <dgm:animLvl val="lvl"/>
          <dgm:resizeHandles val="exact"/>
        </dgm:presLayoutVars>
      </dgm:prSet>
      <dgm:spPr/>
    </dgm:pt>
    <dgm:pt modelId="{FF348161-8A51-7944-8268-97039BC62DC3}" type="pres">
      <dgm:prSet presAssocID="{66CE3A2C-E045-4174-BA45-59BF8F71DC2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CD81389-A185-FD40-93DC-255DA9413208}" type="pres">
      <dgm:prSet presAssocID="{66CE3A2C-E045-4174-BA45-59BF8F71DC2D}" presName="childText" presStyleLbl="revTx" presStyleIdx="0" presStyleCnt="5">
        <dgm:presLayoutVars>
          <dgm:bulletEnabled val="1"/>
        </dgm:presLayoutVars>
      </dgm:prSet>
      <dgm:spPr/>
    </dgm:pt>
    <dgm:pt modelId="{1B83D94D-FABB-9C40-B338-207EF2EF8435}" type="pres">
      <dgm:prSet presAssocID="{5FEA6440-D7B9-4E73-AE77-0120082BA86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1B88A03-381A-044F-ABAC-CFC2E20A1867}" type="pres">
      <dgm:prSet presAssocID="{5FEA6440-D7B9-4E73-AE77-0120082BA868}" presName="childText" presStyleLbl="revTx" presStyleIdx="1" presStyleCnt="5">
        <dgm:presLayoutVars>
          <dgm:bulletEnabled val="1"/>
        </dgm:presLayoutVars>
      </dgm:prSet>
      <dgm:spPr/>
    </dgm:pt>
    <dgm:pt modelId="{9D859C5D-9B70-4943-8AC6-2214617C1123}" type="pres">
      <dgm:prSet presAssocID="{96410D2F-56CE-4F02-839E-D41DCED8744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95B29D9-6A3C-7A40-8324-BC42F0A75E65}" type="pres">
      <dgm:prSet presAssocID="{96410D2F-56CE-4F02-839E-D41DCED8744E}" presName="childText" presStyleLbl="revTx" presStyleIdx="2" presStyleCnt="5">
        <dgm:presLayoutVars>
          <dgm:bulletEnabled val="1"/>
        </dgm:presLayoutVars>
      </dgm:prSet>
      <dgm:spPr/>
    </dgm:pt>
    <dgm:pt modelId="{1385EEAB-6E75-2F49-B30E-54A36C9B575F}" type="pres">
      <dgm:prSet presAssocID="{AB54EF5C-EA2D-4B90-9F73-E69E3A5A5D0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447CC81-DBF4-E342-A4E7-4D2CDAB0FE21}" type="pres">
      <dgm:prSet presAssocID="{AB54EF5C-EA2D-4B90-9F73-E69E3A5A5D0F}" presName="childText" presStyleLbl="revTx" presStyleIdx="3" presStyleCnt="5">
        <dgm:presLayoutVars>
          <dgm:bulletEnabled val="1"/>
        </dgm:presLayoutVars>
      </dgm:prSet>
      <dgm:spPr/>
    </dgm:pt>
    <dgm:pt modelId="{AC76E14F-4D15-AD40-8398-4CF4AB817A45}" type="pres">
      <dgm:prSet presAssocID="{E10E6399-55C1-4352-A0A4-F4BC0530B32A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7A525AE-4D56-AA47-ACCE-68E64318FCE2}" type="pres">
      <dgm:prSet presAssocID="{E10E6399-55C1-4352-A0A4-F4BC0530B32A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3F742009-365D-2040-A99A-027FE8E99D06}" type="presOf" srcId="{837B03EB-D13F-41B0-A0CF-4753F05BB66F}" destId="{695B29D9-6A3C-7A40-8324-BC42F0A75E65}" srcOrd="0" destOrd="0" presId="urn:microsoft.com/office/officeart/2005/8/layout/vList2"/>
    <dgm:cxn modelId="{EEC2A320-123A-4E48-BD4D-9832C51B7618}" type="presOf" srcId="{E10E6399-55C1-4352-A0A4-F4BC0530B32A}" destId="{AC76E14F-4D15-AD40-8398-4CF4AB817A45}" srcOrd="0" destOrd="0" presId="urn:microsoft.com/office/officeart/2005/8/layout/vList2"/>
    <dgm:cxn modelId="{1047C134-EB22-470C-AA05-D6F499D64995}" srcId="{5679EDF9-F69D-427C-A26E-7212FC33EDF9}" destId="{66CE3A2C-E045-4174-BA45-59BF8F71DC2D}" srcOrd="0" destOrd="0" parTransId="{4E550592-AC69-4EBA-B53F-38ACA857065A}" sibTransId="{21FC5BAF-7646-4AE3-8B6A-EE2BC20F0A5F}"/>
    <dgm:cxn modelId="{82F1754F-267A-294C-BFBE-8AA071A19EAC}" type="presOf" srcId="{C54E9E76-F628-4926-A432-3E47C4703558}" destId="{9CD81389-A185-FD40-93DC-255DA9413208}" srcOrd="0" destOrd="0" presId="urn:microsoft.com/office/officeart/2005/8/layout/vList2"/>
    <dgm:cxn modelId="{CC259C5B-F34F-4A41-AD41-F9C8EA0618C8}" type="presOf" srcId="{40F95AE8-AC86-4948-8918-E6EACF3DC9E9}" destId="{1447CC81-DBF4-E342-A4E7-4D2CDAB0FE21}" srcOrd="0" destOrd="0" presId="urn:microsoft.com/office/officeart/2005/8/layout/vList2"/>
    <dgm:cxn modelId="{3DC5945C-D525-4086-8E97-AD77E0B07236}" srcId="{5679EDF9-F69D-427C-A26E-7212FC33EDF9}" destId="{AB54EF5C-EA2D-4B90-9F73-E69E3A5A5D0F}" srcOrd="3" destOrd="0" parTransId="{11A61918-FA77-44E0-84E2-15A8CB17E52C}" sibTransId="{20CE89F0-B7A9-4304-85B5-C4D167483C21}"/>
    <dgm:cxn modelId="{6A7C2A76-2F5D-4077-9029-053949025450}" srcId="{5679EDF9-F69D-427C-A26E-7212FC33EDF9}" destId="{5FEA6440-D7B9-4E73-AE77-0120082BA868}" srcOrd="1" destOrd="0" parTransId="{68611976-59B9-4B1E-B541-E8D227420F75}" sibTransId="{CC3C041F-FDC4-46DB-8121-5F87E20F2F1F}"/>
    <dgm:cxn modelId="{827A3477-365B-4A62-BB86-DADD4D1EE9BB}" srcId="{5FEA6440-D7B9-4E73-AE77-0120082BA868}" destId="{7B1D3D28-11EC-403D-BF90-AD6EF659FEEE}" srcOrd="0" destOrd="0" parTransId="{F7208BB3-1FEE-4488-8E2E-89F412B57D28}" sibTransId="{44A55569-3ACF-45E3-94CC-1D3070731D2F}"/>
    <dgm:cxn modelId="{679990AE-A1D1-A240-A5E4-6610E527227E}" type="presOf" srcId="{5FEA6440-D7B9-4E73-AE77-0120082BA868}" destId="{1B83D94D-FABB-9C40-B338-207EF2EF8435}" srcOrd="0" destOrd="0" presId="urn:microsoft.com/office/officeart/2005/8/layout/vList2"/>
    <dgm:cxn modelId="{5B24EDB3-7D4C-1C4C-A075-ACEE81A042FC}" type="presOf" srcId="{7B1D3D28-11EC-403D-BF90-AD6EF659FEEE}" destId="{51B88A03-381A-044F-ABAC-CFC2E20A1867}" srcOrd="0" destOrd="0" presId="urn:microsoft.com/office/officeart/2005/8/layout/vList2"/>
    <dgm:cxn modelId="{32E311C5-339D-4F16-B04F-4DA5D31A213B}" srcId="{AB54EF5C-EA2D-4B90-9F73-E69E3A5A5D0F}" destId="{40F95AE8-AC86-4948-8918-E6EACF3DC9E9}" srcOrd="0" destOrd="0" parTransId="{7DD0878A-C84E-4B78-BD16-92AF4EA45613}" sibTransId="{913D3EE0-C745-42EA-8EBD-0D6B032FB2CE}"/>
    <dgm:cxn modelId="{B70713D0-072E-4758-962C-454C8A671449}" srcId="{96410D2F-56CE-4F02-839E-D41DCED8744E}" destId="{837B03EB-D13F-41B0-A0CF-4753F05BB66F}" srcOrd="0" destOrd="0" parTransId="{D9DBD02F-EFB6-4DC9-B530-5081D59398A3}" sibTransId="{AA47582A-3B7D-457D-AFDD-95FDF02122EA}"/>
    <dgm:cxn modelId="{3DF8BBD7-CF77-DD4E-849B-F4915DF586AC}" type="presOf" srcId="{5679EDF9-F69D-427C-A26E-7212FC33EDF9}" destId="{58055CE7-957C-0D48-AC98-DA1C05A3B3A8}" srcOrd="0" destOrd="0" presId="urn:microsoft.com/office/officeart/2005/8/layout/vList2"/>
    <dgm:cxn modelId="{0FA618DB-0062-4633-9E2D-42C2055945F8}" srcId="{5679EDF9-F69D-427C-A26E-7212FC33EDF9}" destId="{96410D2F-56CE-4F02-839E-D41DCED8744E}" srcOrd="2" destOrd="0" parTransId="{332F6110-09FA-4B66-8D3B-C99D0A949B0D}" sibTransId="{C4E5DAEE-2347-4886-BDA8-A0AB61393148}"/>
    <dgm:cxn modelId="{3B7E12E0-D135-5F43-9D34-306465DBD7A9}" type="presOf" srcId="{96410D2F-56CE-4F02-839E-D41DCED8744E}" destId="{9D859C5D-9B70-4943-8AC6-2214617C1123}" srcOrd="0" destOrd="0" presId="urn:microsoft.com/office/officeart/2005/8/layout/vList2"/>
    <dgm:cxn modelId="{73664AE8-4EE7-B647-8FA1-20F3C2199D06}" type="presOf" srcId="{AB54EF5C-EA2D-4B90-9F73-E69E3A5A5D0F}" destId="{1385EEAB-6E75-2F49-B30E-54A36C9B575F}" srcOrd="0" destOrd="0" presId="urn:microsoft.com/office/officeart/2005/8/layout/vList2"/>
    <dgm:cxn modelId="{B0D1B1E8-4936-423C-980C-1AEC49953E9A}" srcId="{66CE3A2C-E045-4174-BA45-59BF8F71DC2D}" destId="{C54E9E76-F628-4926-A432-3E47C4703558}" srcOrd="0" destOrd="0" parTransId="{B6AC9914-9991-4C43-979E-A89728A4DC7F}" sibTransId="{CAEE4EA5-BD2E-44FE-B04D-01E5DCDC70B8}"/>
    <dgm:cxn modelId="{C78D12E9-FE45-4213-A0FA-C6919ABE7D8B}" srcId="{5679EDF9-F69D-427C-A26E-7212FC33EDF9}" destId="{E10E6399-55C1-4352-A0A4-F4BC0530B32A}" srcOrd="4" destOrd="0" parTransId="{6D39B1BA-F38E-4DD0-9DA6-622D530FFC45}" sibTransId="{2B2CDDB8-8913-4A59-93E6-EE184F11FE72}"/>
    <dgm:cxn modelId="{89A25BF3-80F3-4644-8492-B1AE0EA94229}" type="presOf" srcId="{66CE3A2C-E045-4174-BA45-59BF8F71DC2D}" destId="{FF348161-8A51-7944-8268-97039BC62DC3}" srcOrd="0" destOrd="0" presId="urn:microsoft.com/office/officeart/2005/8/layout/vList2"/>
    <dgm:cxn modelId="{DE2121FC-70E2-084C-A867-CC22F391A326}" type="presOf" srcId="{5DA57CBD-8779-41A1-91BB-3A6F57803098}" destId="{67A525AE-4D56-AA47-ACCE-68E64318FCE2}" srcOrd="0" destOrd="0" presId="urn:microsoft.com/office/officeart/2005/8/layout/vList2"/>
    <dgm:cxn modelId="{E1834AFF-C8EA-4AB8-8061-4F4D964B5E50}" srcId="{E10E6399-55C1-4352-A0A4-F4BC0530B32A}" destId="{5DA57CBD-8779-41A1-91BB-3A6F57803098}" srcOrd="0" destOrd="0" parTransId="{E12CFA87-7F53-437A-840E-9A6F005A8068}" sibTransId="{24994243-00A9-4B68-B115-3B02DC3B8F43}"/>
    <dgm:cxn modelId="{4E81E261-EF52-B24F-8326-A84DD9166E03}" type="presParOf" srcId="{58055CE7-957C-0D48-AC98-DA1C05A3B3A8}" destId="{FF348161-8A51-7944-8268-97039BC62DC3}" srcOrd="0" destOrd="0" presId="urn:microsoft.com/office/officeart/2005/8/layout/vList2"/>
    <dgm:cxn modelId="{CF09B56A-3E04-1A43-B8E1-75C6EF14D663}" type="presParOf" srcId="{58055CE7-957C-0D48-AC98-DA1C05A3B3A8}" destId="{9CD81389-A185-FD40-93DC-255DA9413208}" srcOrd="1" destOrd="0" presId="urn:microsoft.com/office/officeart/2005/8/layout/vList2"/>
    <dgm:cxn modelId="{A5C10089-7F8E-2843-9DF4-1420510FBCB8}" type="presParOf" srcId="{58055CE7-957C-0D48-AC98-DA1C05A3B3A8}" destId="{1B83D94D-FABB-9C40-B338-207EF2EF8435}" srcOrd="2" destOrd="0" presId="urn:microsoft.com/office/officeart/2005/8/layout/vList2"/>
    <dgm:cxn modelId="{A27DB498-EDF6-3640-AD27-4CDB845C805E}" type="presParOf" srcId="{58055CE7-957C-0D48-AC98-DA1C05A3B3A8}" destId="{51B88A03-381A-044F-ABAC-CFC2E20A1867}" srcOrd="3" destOrd="0" presId="urn:microsoft.com/office/officeart/2005/8/layout/vList2"/>
    <dgm:cxn modelId="{EA733FA3-CC77-7C4C-A6DA-6F8BEC7E89B8}" type="presParOf" srcId="{58055CE7-957C-0D48-AC98-DA1C05A3B3A8}" destId="{9D859C5D-9B70-4943-8AC6-2214617C1123}" srcOrd="4" destOrd="0" presId="urn:microsoft.com/office/officeart/2005/8/layout/vList2"/>
    <dgm:cxn modelId="{9DEE6CBA-410A-4F4B-844D-3122415F7B60}" type="presParOf" srcId="{58055CE7-957C-0D48-AC98-DA1C05A3B3A8}" destId="{695B29D9-6A3C-7A40-8324-BC42F0A75E65}" srcOrd="5" destOrd="0" presId="urn:microsoft.com/office/officeart/2005/8/layout/vList2"/>
    <dgm:cxn modelId="{5D88FBEF-15EE-B74E-A8E5-A0C2EF70CC62}" type="presParOf" srcId="{58055CE7-957C-0D48-AC98-DA1C05A3B3A8}" destId="{1385EEAB-6E75-2F49-B30E-54A36C9B575F}" srcOrd="6" destOrd="0" presId="urn:microsoft.com/office/officeart/2005/8/layout/vList2"/>
    <dgm:cxn modelId="{B25152EA-819C-2047-9C68-D7DD635262CB}" type="presParOf" srcId="{58055CE7-957C-0D48-AC98-DA1C05A3B3A8}" destId="{1447CC81-DBF4-E342-A4E7-4D2CDAB0FE21}" srcOrd="7" destOrd="0" presId="urn:microsoft.com/office/officeart/2005/8/layout/vList2"/>
    <dgm:cxn modelId="{6DEC28D3-2AA5-2847-990E-B66221C2E718}" type="presParOf" srcId="{58055CE7-957C-0D48-AC98-DA1C05A3B3A8}" destId="{AC76E14F-4D15-AD40-8398-4CF4AB817A45}" srcOrd="8" destOrd="0" presId="urn:microsoft.com/office/officeart/2005/8/layout/vList2"/>
    <dgm:cxn modelId="{DD55B86A-7292-0145-AF45-CC0B01EC5E6B}" type="presParOf" srcId="{58055CE7-957C-0D48-AC98-DA1C05A3B3A8}" destId="{67A525AE-4D56-AA47-ACCE-68E64318FCE2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CE8280F-D46C-4459-9996-F7C671ED5A4E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55E9BF4-1710-459A-B274-0621E41E144C}">
      <dgm:prSet/>
      <dgm:spPr/>
      <dgm:t>
        <a:bodyPr/>
        <a:lstStyle/>
        <a:p>
          <a:r>
            <a:rPr lang="en-US" b="1"/>
            <a:t>Transformational Potential</a:t>
          </a:r>
          <a:endParaRPr lang="en-US"/>
        </a:p>
      </dgm:t>
    </dgm:pt>
    <dgm:pt modelId="{3A210531-8FB0-436B-B0C6-FE45BDF6083F}" type="parTrans" cxnId="{7BEEB190-D692-478F-8EF9-65E9932E2B0D}">
      <dgm:prSet/>
      <dgm:spPr/>
      <dgm:t>
        <a:bodyPr/>
        <a:lstStyle/>
        <a:p>
          <a:endParaRPr lang="en-US"/>
        </a:p>
      </dgm:t>
    </dgm:pt>
    <dgm:pt modelId="{66D9D536-9283-4ABB-A5C1-304C406457DF}" type="sibTrans" cxnId="{7BEEB190-D692-478F-8EF9-65E9932E2B0D}">
      <dgm:prSet/>
      <dgm:spPr/>
      <dgm:t>
        <a:bodyPr/>
        <a:lstStyle/>
        <a:p>
          <a:endParaRPr lang="en-US"/>
        </a:p>
      </dgm:t>
    </dgm:pt>
    <dgm:pt modelId="{BFCBA3C1-861E-4928-921F-F6C38C7E2187}">
      <dgm:prSet/>
      <dgm:spPr/>
      <dgm:t>
        <a:bodyPr/>
        <a:lstStyle/>
        <a:p>
          <a:r>
            <a:rPr lang="en-US"/>
            <a:t>LLM + RAG can modernize support workflows.</a:t>
          </a:r>
        </a:p>
      </dgm:t>
    </dgm:pt>
    <dgm:pt modelId="{7C27702F-AE8D-4897-9FAE-40901078ED6C}" type="parTrans" cxnId="{0A8D337C-8F1C-4028-B587-2A3E4F3286A7}">
      <dgm:prSet/>
      <dgm:spPr/>
      <dgm:t>
        <a:bodyPr/>
        <a:lstStyle/>
        <a:p>
          <a:endParaRPr lang="en-US"/>
        </a:p>
      </dgm:t>
    </dgm:pt>
    <dgm:pt modelId="{4FAD4BAB-A712-4C08-A5E9-7B24BA656E83}" type="sibTrans" cxnId="{0A8D337C-8F1C-4028-B587-2A3E4F3286A7}">
      <dgm:prSet/>
      <dgm:spPr/>
      <dgm:t>
        <a:bodyPr/>
        <a:lstStyle/>
        <a:p>
          <a:endParaRPr lang="en-US"/>
        </a:p>
      </dgm:t>
    </dgm:pt>
    <dgm:pt modelId="{D58E0333-6CF9-47B5-9A8F-9E72F7F9F98F}">
      <dgm:prSet/>
      <dgm:spPr/>
      <dgm:t>
        <a:bodyPr/>
        <a:lstStyle/>
        <a:p>
          <a:r>
            <a:rPr lang="en-US" b="1"/>
            <a:t>Accurate Assistance</a:t>
          </a:r>
          <a:endParaRPr lang="en-US"/>
        </a:p>
      </dgm:t>
    </dgm:pt>
    <dgm:pt modelId="{DC951BC8-2B75-4473-9620-5DEB1D38FD16}" type="parTrans" cxnId="{8A0200E2-DE68-4C76-A1A4-ECA046F1EAAB}">
      <dgm:prSet/>
      <dgm:spPr/>
      <dgm:t>
        <a:bodyPr/>
        <a:lstStyle/>
        <a:p>
          <a:endParaRPr lang="en-US"/>
        </a:p>
      </dgm:t>
    </dgm:pt>
    <dgm:pt modelId="{2C63CBBB-4F7A-4420-88A5-226573DF885A}" type="sibTrans" cxnId="{8A0200E2-DE68-4C76-A1A4-ECA046F1EAAB}">
      <dgm:prSet/>
      <dgm:spPr/>
      <dgm:t>
        <a:bodyPr/>
        <a:lstStyle/>
        <a:p>
          <a:endParaRPr lang="en-US"/>
        </a:p>
      </dgm:t>
    </dgm:pt>
    <dgm:pt modelId="{BEA6D812-85F4-4699-826A-A454E9499EF7}">
      <dgm:prSet/>
      <dgm:spPr/>
      <dgm:t>
        <a:bodyPr/>
        <a:lstStyle/>
        <a:p>
          <a:r>
            <a:rPr lang="en-US"/>
            <a:t>Grounded responses improve trust.</a:t>
          </a:r>
        </a:p>
      </dgm:t>
    </dgm:pt>
    <dgm:pt modelId="{EB4034D7-2B33-4172-A899-63A57A7CDF5D}" type="parTrans" cxnId="{BA628A6B-47E3-4737-9984-FD76EDD61500}">
      <dgm:prSet/>
      <dgm:spPr/>
      <dgm:t>
        <a:bodyPr/>
        <a:lstStyle/>
        <a:p>
          <a:endParaRPr lang="en-US"/>
        </a:p>
      </dgm:t>
    </dgm:pt>
    <dgm:pt modelId="{D5C3AEEE-F57F-4A93-8475-F1E55F845DE5}" type="sibTrans" cxnId="{BA628A6B-47E3-4737-9984-FD76EDD61500}">
      <dgm:prSet/>
      <dgm:spPr/>
      <dgm:t>
        <a:bodyPr/>
        <a:lstStyle/>
        <a:p>
          <a:endParaRPr lang="en-US"/>
        </a:p>
      </dgm:t>
    </dgm:pt>
    <dgm:pt modelId="{0B9B8863-2385-47F5-82E9-4170CD77E5C7}">
      <dgm:prSet/>
      <dgm:spPr/>
      <dgm:t>
        <a:bodyPr/>
        <a:lstStyle/>
        <a:p>
          <a:r>
            <a:rPr lang="en-US" b="1"/>
            <a:t>Operational Efficiency</a:t>
          </a:r>
          <a:endParaRPr lang="en-US"/>
        </a:p>
      </dgm:t>
    </dgm:pt>
    <dgm:pt modelId="{500546AD-C910-4FBD-8B9B-C230715F1392}" type="parTrans" cxnId="{2EDA281B-4209-49FF-B574-49B45A3BAA08}">
      <dgm:prSet/>
      <dgm:spPr/>
      <dgm:t>
        <a:bodyPr/>
        <a:lstStyle/>
        <a:p>
          <a:endParaRPr lang="en-US"/>
        </a:p>
      </dgm:t>
    </dgm:pt>
    <dgm:pt modelId="{D637C8A1-424A-41C3-B88D-91219284C3D9}" type="sibTrans" cxnId="{2EDA281B-4209-49FF-B574-49B45A3BAA08}">
      <dgm:prSet/>
      <dgm:spPr/>
      <dgm:t>
        <a:bodyPr/>
        <a:lstStyle/>
        <a:p>
          <a:endParaRPr lang="en-US"/>
        </a:p>
      </dgm:t>
    </dgm:pt>
    <dgm:pt modelId="{CE4B0FA7-CBE3-450E-A6FD-6B8BFF0FFD6E}">
      <dgm:prSet/>
      <dgm:spPr/>
      <dgm:t>
        <a:bodyPr/>
        <a:lstStyle/>
        <a:p>
          <a:r>
            <a:rPr lang="en-US"/>
            <a:t>Automation reduces cost and delays.</a:t>
          </a:r>
        </a:p>
      </dgm:t>
    </dgm:pt>
    <dgm:pt modelId="{221B0D38-59D1-4D10-8E25-D331E61D61CD}" type="parTrans" cxnId="{53F01405-CC9F-41C3-83C1-54B2DC7CF1E8}">
      <dgm:prSet/>
      <dgm:spPr/>
      <dgm:t>
        <a:bodyPr/>
        <a:lstStyle/>
        <a:p>
          <a:endParaRPr lang="en-US"/>
        </a:p>
      </dgm:t>
    </dgm:pt>
    <dgm:pt modelId="{A0310C26-413D-424E-9D31-C930E4AC2BC6}" type="sibTrans" cxnId="{53F01405-CC9F-41C3-83C1-54B2DC7CF1E8}">
      <dgm:prSet/>
      <dgm:spPr/>
      <dgm:t>
        <a:bodyPr/>
        <a:lstStyle/>
        <a:p>
          <a:endParaRPr lang="en-US"/>
        </a:p>
      </dgm:t>
    </dgm:pt>
    <dgm:pt modelId="{D1CFB40B-D2D0-A547-837A-E0DBDA377408}" type="pres">
      <dgm:prSet presAssocID="{FCE8280F-D46C-4459-9996-F7C671ED5A4E}" presName="Name0" presStyleCnt="0">
        <dgm:presLayoutVars>
          <dgm:dir/>
          <dgm:animLvl val="lvl"/>
          <dgm:resizeHandles val="exact"/>
        </dgm:presLayoutVars>
      </dgm:prSet>
      <dgm:spPr/>
    </dgm:pt>
    <dgm:pt modelId="{4D3E4804-2F79-674D-980F-64517EAC6882}" type="pres">
      <dgm:prSet presAssocID="{655E9BF4-1710-459A-B274-0621E41E144C}" presName="composite" presStyleCnt="0"/>
      <dgm:spPr/>
    </dgm:pt>
    <dgm:pt modelId="{0082BE19-B5B0-854E-B35B-78A8E0621FED}" type="pres">
      <dgm:prSet presAssocID="{655E9BF4-1710-459A-B274-0621E41E144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7CB84B5-DC5A-114A-9FCE-E9AF23EB6635}" type="pres">
      <dgm:prSet presAssocID="{655E9BF4-1710-459A-B274-0621E41E144C}" presName="desTx" presStyleLbl="alignAccFollowNode1" presStyleIdx="0" presStyleCnt="3">
        <dgm:presLayoutVars>
          <dgm:bulletEnabled val="1"/>
        </dgm:presLayoutVars>
      </dgm:prSet>
      <dgm:spPr/>
    </dgm:pt>
    <dgm:pt modelId="{45AD0E73-B85A-0F48-80D1-F44367E1AD36}" type="pres">
      <dgm:prSet presAssocID="{66D9D536-9283-4ABB-A5C1-304C406457DF}" presName="space" presStyleCnt="0"/>
      <dgm:spPr/>
    </dgm:pt>
    <dgm:pt modelId="{DA74F173-3128-F74A-879C-094005D59F67}" type="pres">
      <dgm:prSet presAssocID="{D58E0333-6CF9-47B5-9A8F-9E72F7F9F98F}" presName="composite" presStyleCnt="0"/>
      <dgm:spPr/>
    </dgm:pt>
    <dgm:pt modelId="{57453160-E564-514E-AA57-05D0CDE821EC}" type="pres">
      <dgm:prSet presAssocID="{D58E0333-6CF9-47B5-9A8F-9E72F7F9F98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D55DA57-C6D2-8A4B-ABFD-356F6E7FD3D7}" type="pres">
      <dgm:prSet presAssocID="{D58E0333-6CF9-47B5-9A8F-9E72F7F9F98F}" presName="desTx" presStyleLbl="alignAccFollowNode1" presStyleIdx="1" presStyleCnt="3">
        <dgm:presLayoutVars>
          <dgm:bulletEnabled val="1"/>
        </dgm:presLayoutVars>
      </dgm:prSet>
      <dgm:spPr/>
    </dgm:pt>
    <dgm:pt modelId="{4F982BEF-1B24-FA42-A4F7-4C6BCC3FF03D}" type="pres">
      <dgm:prSet presAssocID="{2C63CBBB-4F7A-4420-88A5-226573DF885A}" presName="space" presStyleCnt="0"/>
      <dgm:spPr/>
    </dgm:pt>
    <dgm:pt modelId="{F5DAD762-5FFE-984B-956A-3A5CC6539EDD}" type="pres">
      <dgm:prSet presAssocID="{0B9B8863-2385-47F5-82E9-4170CD77E5C7}" presName="composite" presStyleCnt="0"/>
      <dgm:spPr/>
    </dgm:pt>
    <dgm:pt modelId="{18A89680-08E3-AD43-A01E-9458937476AF}" type="pres">
      <dgm:prSet presAssocID="{0B9B8863-2385-47F5-82E9-4170CD77E5C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5B86A41-E64F-9148-B3D5-E2F3A057A12F}" type="pres">
      <dgm:prSet presAssocID="{0B9B8863-2385-47F5-82E9-4170CD77E5C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C26FB00-5171-D74B-8B31-DC19C1FCA157}" type="presOf" srcId="{BEA6D812-85F4-4699-826A-A454E9499EF7}" destId="{FD55DA57-C6D2-8A4B-ABFD-356F6E7FD3D7}" srcOrd="0" destOrd="0" presId="urn:microsoft.com/office/officeart/2005/8/layout/hList1"/>
    <dgm:cxn modelId="{53F01405-CC9F-41C3-83C1-54B2DC7CF1E8}" srcId="{0B9B8863-2385-47F5-82E9-4170CD77E5C7}" destId="{CE4B0FA7-CBE3-450E-A6FD-6B8BFF0FFD6E}" srcOrd="0" destOrd="0" parTransId="{221B0D38-59D1-4D10-8E25-D331E61D61CD}" sibTransId="{A0310C26-413D-424E-9D31-C930E4AC2BC6}"/>
    <dgm:cxn modelId="{2EDA281B-4209-49FF-B574-49B45A3BAA08}" srcId="{FCE8280F-D46C-4459-9996-F7C671ED5A4E}" destId="{0B9B8863-2385-47F5-82E9-4170CD77E5C7}" srcOrd="2" destOrd="0" parTransId="{500546AD-C910-4FBD-8B9B-C230715F1392}" sibTransId="{D637C8A1-424A-41C3-B88D-91219284C3D9}"/>
    <dgm:cxn modelId="{DC1D793D-EECE-D846-8023-FDDB60989E99}" type="presOf" srcId="{FCE8280F-D46C-4459-9996-F7C671ED5A4E}" destId="{D1CFB40B-D2D0-A547-837A-E0DBDA377408}" srcOrd="0" destOrd="0" presId="urn:microsoft.com/office/officeart/2005/8/layout/hList1"/>
    <dgm:cxn modelId="{BA628A6B-47E3-4737-9984-FD76EDD61500}" srcId="{D58E0333-6CF9-47B5-9A8F-9E72F7F9F98F}" destId="{BEA6D812-85F4-4699-826A-A454E9499EF7}" srcOrd="0" destOrd="0" parTransId="{EB4034D7-2B33-4172-A899-63A57A7CDF5D}" sibTransId="{D5C3AEEE-F57F-4A93-8475-F1E55F845DE5}"/>
    <dgm:cxn modelId="{F805CE6B-4783-764F-A95D-806F456C7F02}" type="presOf" srcId="{0B9B8863-2385-47F5-82E9-4170CD77E5C7}" destId="{18A89680-08E3-AD43-A01E-9458937476AF}" srcOrd="0" destOrd="0" presId="urn:microsoft.com/office/officeart/2005/8/layout/hList1"/>
    <dgm:cxn modelId="{0A8D337C-8F1C-4028-B587-2A3E4F3286A7}" srcId="{655E9BF4-1710-459A-B274-0621E41E144C}" destId="{BFCBA3C1-861E-4928-921F-F6C38C7E2187}" srcOrd="0" destOrd="0" parTransId="{7C27702F-AE8D-4897-9FAE-40901078ED6C}" sibTransId="{4FAD4BAB-A712-4C08-A5E9-7B24BA656E83}"/>
    <dgm:cxn modelId="{7BEEB190-D692-478F-8EF9-65E9932E2B0D}" srcId="{FCE8280F-D46C-4459-9996-F7C671ED5A4E}" destId="{655E9BF4-1710-459A-B274-0621E41E144C}" srcOrd="0" destOrd="0" parTransId="{3A210531-8FB0-436B-B0C6-FE45BDF6083F}" sibTransId="{66D9D536-9283-4ABB-A5C1-304C406457DF}"/>
    <dgm:cxn modelId="{686139A0-5207-104F-8BD7-AE0E1DEC24EB}" type="presOf" srcId="{CE4B0FA7-CBE3-450E-A6FD-6B8BFF0FFD6E}" destId="{C5B86A41-E64F-9148-B3D5-E2F3A057A12F}" srcOrd="0" destOrd="0" presId="urn:microsoft.com/office/officeart/2005/8/layout/hList1"/>
    <dgm:cxn modelId="{345DF0DA-CC89-E748-99E7-F9CBC3224CD1}" type="presOf" srcId="{BFCBA3C1-861E-4928-921F-F6C38C7E2187}" destId="{17CB84B5-DC5A-114A-9FCE-E9AF23EB6635}" srcOrd="0" destOrd="0" presId="urn:microsoft.com/office/officeart/2005/8/layout/hList1"/>
    <dgm:cxn modelId="{8A0200E2-DE68-4C76-A1A4-ECA046F1EAAB}" srcId="{FCE8280F-D46C-4459-9996-F7C671ED5A4E}" destId="{D58E0333-6CF9-47B5-9A8F-9E72F7F9F98F}" srcOrd="1" destOrd="0" parTransId="{DC951BC8-2B75-4473-9620-5DEB1D38FD16}" sibTransId="{2C63CBBB-4F7A-4420-88A5-226573DF885A}"/>
    <dgm:cxn modelId="{D1B7F1F2-6A00-BF48-824B-29B70BA34A90}" type="presOf" srcId="{D58E0333-6CF9-47B5-9A8F-9E72F7F9F98F}" destId="{57453160-E564-514E-AA57-05D0CDE821EC}" srcOrd="0" destOrd="0" presId="urn:microsoft.com/office/officeart/2005/8/layout/hList1"/>
    <dgm:cxn modelId="{7725DBF6-A29D-EF47-9273-87712FAE88A1}" type="presOf" srcId="{655E9BF4-1710-459A-B274-0621E41E144C}" destId="{0082BE19-B5B0-854E-B35B-78A8E0621FED}" srcOrd="0" destOrd="0" presId="urn:microsoft.com/office/officeart/2005/8/layout/hList1"/>
    <dgm:cxn modelId="{EF73A7BB-83B2-C14C-82B7-1C7FF958134E}" type="presParOf" srcId="{D1CFB40B-D2D0-A547-837A-E0DBDA377408}" destId="{4D3E4804-2F79-674D-980F-64517EAC6882}" srcOrd="0" destOrd="0" presId="urn:microsoft.com/office/officeart/2005/8/layout/hList1"/>
    <dgm:cxn modelId="{E430B90E-2C81-5749-8530-C4DBC9B1F2A9}" type="presParOf" srcId="{4D3E4804-2F79-674D-980F-64517EAC6882}" destId="{0082BE19-B5B0-854E-B35B-78A8E0621FED}" srcOrd="0" destOrd="0" presId="urn:microsoft.com/office/officeart/2005/8/layout/hList1"/>
    <dgm:cxn modelId="{E51E62CB-36A0-A04A-8586-C5FF910BE57E}" type="presParOf" srcId="{4D3E4804-2F79-674D-980F-64517EAC6882}" destId="{17CB84B5-DC5A-114A-9FCE-E9AF23EB6635}" srcOrd="1" destOrd="0" presId="urn:microsoft.com/office/officeart/2005/8/layout/hList1"/>
    <dgm:cxn modelId="{59594CAC-DEB2-8640-B692-859806298C28}" type="presParOf" srcId="{D1CFB40B-D2D0-A547-837A-E0DBDA377408}" destId="{45AD0E73-B85A-0F48-80D1-F44367E1AD36}" srcOrd="1" destOrd="0" presId="urn:microsoft.com/office/officeart/2005/8/layout/hList1"/>
    <dgm:cxn modelId="{800B08D2-4585-C342-AFC3-7079D6959603}" type="presParOf" srcId="{D1CFB40B-D2D0-A547-837A-E0DBDA377408}" destId="{DA74F173-3128-F74A-879C-094005D59F67}" srcOrd="2" destOrd="0" presId="urn:microsoft.com/office/officeart/2005/8/layout/hList1"/>
    <dgm:cxn modelId="{56BE32F3-1AA5-8D4C-94D8-77218CA857CD}" type="presParOf" srcId="{DA74F173-3128-F74A-879C-094005D59F67}" destId="{57453160-E564-514E-AA57-05D0CDE821EC}" srcOrd="0" destOrd="0" presId="urn:microsoft.com/office/officeart/2005/8/layout/hList1"/>
    <dgm:cxn modelId="{2DF1ED2B-2EF7-CA48-B89A-80FD24195060}" type="presParOf" srcId="{DA74F173-3128-F74A-879C-094005D59F67}" destId="{FD55DA57-C6D2-8A4B-ABFD-356F6E7FD3D7}" srcOrd="1" destOrd="0" presId="urn:microsoft.com/office/officeart/2005/8/layout/hList1"/>
    <dgm:cxn modelId="{582E56F5-B02F-CA49-BD34-951236D4140A}" type="presParOf" srcId="{D1CFB40B-D2D0-A547-837A-E0DBDA377408}" destId="{4F982BEF-1B24-FA42-A4F7-4C6BCC3FF03D}" srcOrd="3" destOrd="0" presId="urn:microsoft.com/office/officeart/2005/8/layout/hList1"/>
    <dgm:cxn modelId="{E43687CC-764D-3449-8310-2DEDBBC96A08}" type="presParOf" srcId="{D1CFB40B-D2D0-A547-837A-E0DBDA377408}" destId="{F5DAD762-5FFE-984B-956A-3A5CC6539EDD}" srcOrd="4" destOrd="0" presId="urn:microsoft.com/office/officeart/2005/8/layout/hList1"/>
    <dgm:cxn modelId="{3D4CD018-7CE1-654B-A452-5BEC4C2F1065}" type="presParOf" srcId="{F5DAD762-5FFE-984B-956A-3A5CC6539EDD}" destId="{18A89680-08E3-AD43-A01E-9458937476AF}" srcOrd="0" destOrd="0" presId="urn:microsoft.com/office/officeart/2005/8/layout/hList1"/>
    <dgm:cxn modelId="{83C46BA3-7DC7-B74B-8B28-6EE5F9BA8DA0}" type="presParOf" srcId="{F5DAD762-5FFE-984B-956A-3A5CC6539EDD}" destId="{C5B86A41-E64F-9148-B3D5-E2F3A057A12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FEB0A-C6AC-0443-A023-3F78FC0A5096}">
      <dsp:nvSpPr>
        <dsp:cNvPr id="0" name=""/>
        <dsp:cNvSpPr/>
      </dsp:nvSpPr>
      <dsp:spPr>
        <a:xfrm>
          <a:off x="0" y="11549"/>
          <a:ext cx="8115300" cy="9114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Policy &amp; Claims Copilot</a:t>
          </a:r>
          <a:endParaRPr lang="en-US" sz="3800" kern="1200"/>
        </a:p>
      </dsp:txBody>
      <dsp:txXfrm>
        <a:off x="44492" y="56041"/>
        <a:ext cx="8026316" cy="822446"/>
      </dsp:txXfrm>
    </dsp:sp>
    <dsp:sp modelId="{4898E33C-5FD6-EC43-A0E9-84648ECD579D}">
      <dsp:nvSpPr>
        <dsp:cNvPr id="0" name=""/>
        <dsp:cNvSpPr/>
      </dsp:nvSpPr>
      <dsp:spPr>
        <a:xfrm>
          <a:off x="0" y="922979"/>
          <a:ext cx="8115300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48260" rIns="270256" bIns="482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Grounded AI assistant for policy understanding and claim readiness.</a:t>
          </a:r>
        </a:p>
      </dsp:txBody>
      <dsp:txXfrm>
        <a:off x="0" y="922979"/>
        <a:ext cx="8115300" cy="943920"/>
      </dsp:txXfrm>
    </dsp:sp>
    <dsp:sp modelId="{7996F399-662D-2F4B-8449-3501E0823B60}">
      <dsp:nvSpPr>
        <dsp:cNvPr id="0" name=""/>
        <dsp:cNvSpPr/>
      </dsp:nvSpPr>
      <dsp:spPr>
        <a:xfrm>
          <a:off x="0" y="1866899"/>
          <a:ext cx="8115300" cy="91143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kern="1200"/>
            <a:t>Use Case</a:t>
          </a:r>
          <a:endParaRPr lang="en-US" sz="3800" kern="1200"/>
        </a:p>
      </dsp:txBody>
      <dsp:txXfrm>
        <a:off x="44492" y="1911391"/>
        <a:ext cx="8026316" cy="822446"/>
      </dsp:txXfrm>
    </dsp:sp>
    <dsp:sp modelId="{BFB2550E-117D-3C4B-8F0E-455A7320FE12}">
      <dsp:nvSpPr>
        <dsp:cNvPr id="0" name=""/>
        <dsp:cNvSpPr/>
      </dsp:nvSpPr>
      <dsp:spPr>
        <a:xfrm>
          <a:off x="0" y="2778329"/>
          <a:ext cx="8115300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48260" rIns="270256" bIns="482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Customer support automation and claim pre‑check guidance.</a:t>
          </a:r>
        </a:p>
      </dsp:txBody>
      <dsp:txXfrm>
        <a:off x="0" y="2778329"/>
        <a:ext cx="8115300" cy="9439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AFFB5-B561-1343-85B8-15A4A25ADFED}">
      <dsp:nvSpPr>
        <dsp:cNvPr id="0" name=""/>
        <dsp:cNvSpPr/>
      </dsp:nvSpPr>
      <dsp:spPr>
        <a:xfrm>
          <a:off x="0" y="1829"/>
          <a:ext cx="8115300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Coverage Confusion</a:t>
          </a:r>
          <a:endParaRPr lang="en-US" sz="2300" kern="1200"/>
        </a:p>
      </dsp:txBody>
      <dsp:txXfrm>
        <a:off x="26930" y="28759"/>
        <a:ext cx="8061440" cy="497795"/>
      </dsp:txXfrm>
    </dsp:sp>
    <dsp:sp modelId="{6E1EABA7-BC71-2248-A182-FA5CF064028B}">
      <dsp:nvSpPr>
        <dsp:cNvPr id="0" name=""/>
        <dsp:cNvSpPr/>
      </dsp:nvSpPr>
      <dsp:spPr>
        <a:xfrm>
          <a:off x="0" y="553484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Customers struggle to interpret what is covered or excluded.</a:t>
          </a:r>
        </a:p>
      </dsp:txBody>
      <dsp:txXfrm>
        <a:off x="0" y="553484"/>
        <a:ext cx="8115300" cy="380880"/>
      </dsp:txXfrm>
    </dsp:sp>
    <dsp:sp modelId="{9B9890A6-B416-774D-A807-533E74001DDF}">
      <dsp:nvSpPr>
        <dsp:cNvPr id="0" name=""/>
        <dsp:cNvSpPr/>
      </dsp:nvSpPr>
      <dsp:spPr>
        <a:xfrm>
          <a:off x="0" y="934364"/>
          <a:ext cx="8115300" cy="551655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Waiting Period Complexity</a:t>
          </a:r>
          <a:endParaRPr lang="en-US" sz="2300" kern="1200"/>
        </a:p>
      </dsp:txBody>
      <dsp:txXfrm>
        <a:off x="26930" y="961294"/>
        <a:ext cx="8061440" cy="497795"/>
      </dsp:txXfrm>
    </dsp:sp>
    <dsp:sp modelId="{8477C74D-6F28-CD48-B581-FA62A04E7152}">
      <dsp:nvSpPr>
        <dsp:cNvPr id="0" name=""/>
        <dsp:cNvSpPr/>
      </dsp:nvSpPr>
      <dsp:spPr>
        <a:xfrm>
          <a:off x="0" y="1486019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Policy limits and timelines are difficult to understand.</a:t>
          </a:r>
        </a:p>
      </dsp:txBody>
      <dsp:txXfrm>
        <a:off x="0" y="1486019"/>
        <a:ext cx="8115300" cy="380880"/>
      </dsp:txXfrm>
    </dsp:sp>
    <dsp:sp modelId="{72BAB1E5-DF1E-6048-948A-1B692A8AEB30}">
      <dsp:nvSpPr>
        <dsp:cNvPr id="0" name=""/>
        <dsp:cNvSpPr/>
      </dsp:nvSpPr>
      <dsp:spPr>
        <a:xfrm>
          <a:off x="0" y="1866899"/>
          <a:ext cx="8115300" cy="55165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Document Preparation Gaps</a:t>
          </a:r>
          <a:endParaRPr lang="en-US" sz="2300" kern="1200"/>
        </a:p>
      </dsp:txBody>
      <dsp:txXfrm>
        <a:off x="26930" y="1893829"/>
        <a:ext cx="8061440" cy="497795"/>
      </dsp:txXfrm>
    </dsp:sp>
    <dsp:sp modelId="{0303BAAF-CD2C-EF4B-8588-D824C4E4EE03}">
      <dsp:nvSpPr>
        <dsp:cNvPr id="0" name=""/>
        <dsp:cNvSpPr/>
      </dsp:nvSpPr>
      <dsp:spPr>
        <a:xfrm>
          <a:off x="0" y="2418554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Incorrect documentation leads to submission delays.</a:t>
          </a:r>
        </a:p>
      </dsp:txBody>
      <dsp:txXfrm>
        <a:off x="0" y="2418554"/>
        <a:ext cx="8115300" cy="380880"/>
      </dsp:txXfrm>
    </dsp:sp>
    <dsp:sp modelId="{2210D1D7-98F7-944A-BDE7-2E3C5DF9251C}">
      <dsp:nvSpPr>
        <dsp:cNvPr id="0" name=""/>
        <dsp:cNvSpPr/>
      </dsp:nvSpPr>
      <dsp:spPr>
        <a:xfrm>
          <a:off x="0" y="2799434"/>
          <a:ext cx="8115300" cy="551655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Lack of Instant Guidance</a:t>
          </a:r>
          <a:endParaRPr lang="en-US" sz="2300" kern="1200"/>
        </a:p>
      </dsp:txBody>
      <dsp:txXfrm>
        <a:off x="26930" y="2826364"/>
        <a:ext cx="8061440" cy="497795"/>
      </dsp:txXfrm>
    </dsp:sp>
    <dsp:sp modelId="{259799CD-8FCD-2643-ABAB-66C178BF09F0}">
      <dsp:nvSpPr>
        <dsp:cNvPr id="0" name=""/>
        <dsp:cNvSpPr/>
      </dsp:nvSpPr>
      <dsp:spPr>
        <a:xfrm>
          <a:off x="0" y="3351089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Customers depend heavily on call centers for clarity.</a:t>
          </a:r>
        </a:p>
      </dsp:txBody>
      <dsp:txXfrm>
        <a:off x="0" y="3351089"/>
        <a:ext cx="8115300" cy="3808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EEBEAD-BEAB-E44B-8C2C-8D645B8D328D}">
      <dsp:nvSpPr>
        <dsp:cNvPr id="0" name=""/>
        <dsp:cNvSpPr/>
      </dsp:nvSpPr>
      <dsp:spPr>
        <a:xfrm>
          <a:off x="0" y="1829"/>
          <a:ext cx="8115300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LLM + RAG Architecture</a:t>
          </a:r>
          <a:endParaRPr lang="en-US" sz="2300" kern="1200"/>
        </a:p>
      </dsp:txBody>
      <dsp:txXfrm>
        <a:off x="26930" y="28759"/>
        <a:ext cx="8061440" cy="497795"/>
      </dsp:txXfrm>
    </dsp:sp>
    <dsp:sp modelId="{C99C78D0-8427-604A-A225-0D6A83504087}">
      <dsp:nvSpPr>
        <dsp:cNvPr id="0" name=""/>
        <dsp:cNvSpPr/>
      </dsp:nvSpPr>
      <dsp:spPr>
        <a:xfrm>
          <a:off x="0" y="553484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Combines reasoning with real policy clause retrieval.</a:t>
          </a:r>
        </a:p>
      </dsp:txBody>
      <dsp:txXfrm>
        <a:off x="0" y="553484"/>
        <a:ext cx="8115300" cy="380880"/>
      </dsp:txXfrm>
    </dsp:sp>
    <dsp:sp modelId="{7E211AF1-D627-264A-899E-3232D6152DCB}">
      <dsp:nvSpPr>
        <dsp:cNvPr id="0" name=""/>
        <dsp:cNvSpPr/>
      </dsp:nvSpPr>
      <dsp:spPr>
        <a:xfrm>
          <a:off x="0" y="934364"/>
          <a:ext cx="8115300" cy="551655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Policy Knowledge Extraction</a:t>
          </a:r>
          <a:endParaRPr lang="en-US" sz="2300" kern="1200"/>
        </a:p>
      </dsp:txBody>
      <dsp:txXfrm>
        <a:off x="26930" y="961294"/>
        <a:ext cx="8061440" cy="497795"/>
      </dsp:txXfrm>
    </dsp:sp>
    <dsp:sp modelId="{F453A1DA-A7E9-DC4B-977F-996D48ADE6E5}">
      <dsp:nvSpPr>
        <dsp:cNvPr id="0" name=""/>
        <dsp:cNvSpPr/>
      </dsp:nvSpPr>
      <dsp:spPr>
        <a:xfrm>
          <a:off x="0" y="1486019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Reads and understands policy PDFs automatically.</a:t>
          </a:r>
        </a:p>
      </dsp:txBody>
      <dsp:txXfrm>
        <a:off x="0" y="1486019"/>
        <a:ext cx="8115300" cy="380880"/>
      </dsp:txXfrm>
    </dsp:sp>
    <dsp:sp modelId="{C99C6DD4-097B-7C47-B412-CF927560FAB3}">
      <dsp:nvSpPr>
        <dsp:cNvPr id="0" name=""/>
        <dsp:cNvSpPr/>
      </dsp:nvSpPr>
      <dsp:spPr>
        <a:xfrm>
          <a:off x="0" y="1866899"/>
          <a:ext cx="8115300" cy="55165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Grounded Answers</a:t>
          </a:r>
          <a:endParaRPr lang="en-US" sz="2300" kern="1200"/>
        </a:p>
      </dsp:txBody>
      <dsp:txXfrm>
        <a:off x="26930" y="1893829"/>
        <a:ext cx="8061440" cy="497795"/>
      </dsp:txXfrm>
    </dsp:sp>
    <dsp:sp modelId="{60961FC3-60F8-7046-8FC5-7EF635976BBB}">
      <dsp:nvSpPr>
        <dsp:cNvPr id="0" name=""/>
        <dsp:cNvSpPr/>
      </dsp:nvSpPr>
      <dsp:spPr>
        <a:xfrm>
          <a:off x="0" y="2418554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Ensures responses are factual and clause‑backed.</a:t>
          </a:r>
        </a:p>
      </dsp:txBody>
      <dsp:txXfrm>
        <a:off x="0" y="2418554"/>
        <a:ext cx="8115300" cy="380880"/>
      </dsp:txXfrm>
    </dsp:sp>
    <dsp:sp modelId="{C70E3A10-A549-AE43-B7B5-CE8D6EB6266C}">
      <dsp:nvSpPr>
        <dsp:cNvPr id="0" name=""/>
        <dsp:cNvSpPr/>
      </dsp:nvSpPr>
      <dsp:spPr>
        <a:xfrm>
          <a:off x="0" y="2799434"/>
          <a:ext cx="8115300" cy="551655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Claim Pre‑check</a:t>
          </a:r>
          <a:endParaRPr lang="en-US" sz="2300" kern="1200"/>
        </a:p>
      </dsp:txBody>
      <dsp:txXfrm>
        <a:off x="26930" y="2826364"/>
        <a:ext cx="8061440" cy="497795"/>
      </dsp:txXfrm>
    </dsp:sp>
    <dsp:sp modelId="{7C6E4F40-67DA-7946-8D15-4E64707EDBBC}">
      <dsp:nvSpPr>
        <dsp:cNvPr id="0" name=""/>
        <dsp:cNvSpPr/>
      </dsp:nvSpPr>
      <dsp:spPr>
        <a:xfrm>
          <a:off x="0" y="3351089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Evaluates eligibility before claim submission.</a:t>
          </a:r>
        </a:p>
      </dsp:txBody>
      <dsp:txXfrm>
        <a:off x="0" y="3351089"/>
        <a:ext cx="8115300" cy="3808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C8135-04E2-B24B-A23C-025FB18F4194}">
      <dsp:nvSpPr>
        <dsp:cNvPr id="0" name=""/>
        <dsp:cNvSpPr/>
      </dsp:nvSpPr>
      <dsp:spPr>
        <a:xfrm>
          <a:off x="0" y="1829"/>
          <a:ext cx="8115300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Hallucination Reduction</a:t>
          </a:r>
          <a:endParaRPr lang="en-US" sz="2300" kern="1200"/>
        </a:p>
      </dsp:txBody>
      <dsp:txXfrm>
        <a:off x="26930" y="28759"/>
        <a:ext cx="8061440" cy="497795"/>
      </dsp:txXfrm>
    </dsp:sp>
    <dsp:sp modelId="{8FBEB328-88CF-8949-949F-20C3CC459C62}">
      <dsp:nvSpPr>
        <dsp:cNvPr id="0" name=""/>
        <dsp:cNvSpPr/>
      </dsp:nvSpPr>
      <dsp:spPr>
        <a:xfrm>
          <a:off x="0" y="553484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Prevents incorrect policy interpretation by standalone LLM.</a:t>
          </a:r>
        </a:p>
      </dsp:txBody>
      <dsp:txXfrm>
        <a:off x="0" y="553484"/>
        <a:ext cx="8115300" cy="380880"/>
      </dsp:txXfrm>
    </dsp:sp>
    <dsp:sp modelId="{6FA67154-8F1B-4846-8EAD-82D84B53E64E}">
      <dsp:nvSpPr>
        <dsp:cNvPr id="0" name=""/>
        <dsp:cNvSpPr/>
      </dsp:nvSpPr>
      <dsp:spPr>
        <a:xfrm>
          <a:off x="0" y="934364"/>
          <a:ext cx="8115300" cy="551655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Clause Retrieval</a:t>
          </a:r>
          <a:endParaRPr lang="en-US" sz="2300" kern="1200"/>
        </a:p>
      </dsp:txBody>
      <dsp:txXfrm>
        <a:off x="26930" y="961294"/>
        <a:ext cx="8061440" cy="497795"/>
      </dsp:txXfrm>
    </dsp:sp>
    <dsp:sp modelId="{2C20F5CC-237D-E041-AE90-994FCD0AB82D}">
      <dsp:nvSpPr>
        <dsp:cNvPr id="0" name=""/>
        <dsp:cNvSpPr/>
      </dsp:nvSpPr>
      <dsp:spPr>
        <a:xfrm>
          <a:off x="0" y="1486019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Fetches real policy content during query processing.</a:t>
          </a:r>
        </a:p>
      </dsp:txBody>
      <dsp:txXfrm>
        <a:off x="0" y="1486019"/>
        <a:ext cx="8115300" cy="380880"/>
      </dsp:txXfrm>
    </dsp:sp>
    <dsp:sp modelId="{8D8C39AA-C635-514C-866A-2317614601D4}">
      <dsp:nvSpPr>
        <dsp:cNvPr id="0" name=""/>
        <dsp:cNvSpPr/>
      </dsp:nvSpPr>
      <dsp:spPr>
        <a:xfrm>
          <a:off x="0" y="1866899"/>
          <a:ext cx="8115300" cy="55165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Consistency</a:t>
          </a:r>
          <a:endParaRPr lang="en-US" sz="2300" kern="1200"/>
        </a:p>
      </dsp:txBody>
      <dsp:txXfrm>
        <a:off x="26930" y="1893829"/>
        <a:ext cx="8061440" cy="497795"/>
      </dsp:txXfrm>
    </dsp:sp>
    <dsp:sp modelId="{8456B446-52D3-A94D-82B8-701074F496FB}">
      <dsp:nvSpPr>
        <dsp:cNvPr id="0" name=""/>
        <dsp:cNvSpPr/>
      </dsp:nvSpPr>
      <dsp:spPr>
        <a:xfrm>
          <a:off x="0" y="2418554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Ensures factual and repeatable answers.</a:t>
          </a:r>
        </a:p>
      </dsp:txBody>
      <dsp:txXfrm>
        <a:off x="0" y="2418554"/>
        <a:ext cx="8115300" cy="380880"/>
      </dsp:txXfrm>
    </dsp:sp>
    <dsp:sp modelId="{967FB227-5DFC-1C48-A7EB-B4F2D491CF37}">
      <dsp:nvSpPr>
        <dsp:cNvPr id="0" name=""/>
        <dsp:cNvSpPr/>
      </dsp:nvSpPr>
      <dsp:spPr>
        <a:xfrm>
          <a:off x="0" y="2799434"/>
          <a:ext cx="8115300" cy="551655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Transparency</a:t>
          </a:r>
          <a:endParaRPr lang="en-US" sz="2300" kern="1200"/>
        </a:p>
      </dsp:txBody>
      <dsp:txXfrm>
        <a:off x="26930" y="2826364"/>
        <a:ext cx="8061440" cy="497795"/>
      </dsp:txXfrm>
    </dsp:sp>
    <dsp:sp modelId="{32CE1005-31DC-594E-85C0-A4904484D603}">
      <dsp:nvSpPr>
        <dsp:cNvPr id="0" name=""/>
        <dsp:cNvSpPr/>
      </dsp:nvSpPr>
      <dsp:spPr>
        <a:xfrm>
          <a:off x="0" y="3351089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Provides page‑level source citations.</a:t>
          </a:r>
        </a:p>
      </dsp:txBody>
      <dsp:txXfrm>
        <a:off x="0" y="3351089"/>
        <a:ext cx="8115300" cy="3808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1FF63C-6183-8B43-8473-68D0CFBD6DD0}">
      <dsp:nvSpPr>
        <dsp:cNvPr id="0" name=""/>
        <dsp:cNvSpPr/>
      </dsp:nvSpPr>
      <dsp:spPr>
        <a:xfrm>
          <a:off x="0" y="42374"/>
          <a:ext cx="8115300" cy="3597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Orchestration</a:t>
          </a:r>
          <a:endParaRPr lang="en-US" sz="1500" kern="1200"/>
        </a:p>
      </dsp:txBody>
      <dsp:txXfrm>
        <a:off x="17563" y="59937"/>
        <a:ext cx="8080174" cy="324648"/>
      </dsp:txXfrm>
    </dsp:sp>
    <dsp:sp modelId="{279E013F-72C1-CF47-84D5-D193E5685602}">
      <dsp:nvSpPr>
        <dsp:cNvPr id="0" name=""/>
        <dsp:cNvSpPr/>
      </dsp:nvSpPr>
      <dsp:spPr>
        <a:xfrm>
          <a:off x="0" y="402149"/>
          <a:ext cx="8115300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LangChain manages retrieval and prompt workflows.</a:t>
          </a:r>
        </a:p>
      </dsp:txBody>
      <dsp:txXfrm>
        <a:off x="0" y="402149"/>
        <a:ext cx="8115300" cy="248400"/>
      </dsp:txXfrm>
    </dsp:sp>
    <dsp:sp modelId="{66D79833-E29B-8D43-84F4-8D2920C8BD32}">
      <dsp:nvSpPr>
        <dsp:cNvPr id="0" name=""/>
        <dsp:cNvSpPr/>
      </dsp:nvSpPr>
      <dsp:spPr>
        <a:xfrm>
          <a:off x="0" y="650549"/>
          <a:ext cx="8115300" cy="359774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LLM</a:t>
          </a:r>
          <a:endParaRPr lang="en-US" sz="1500" kern="1200"/>
        </a:p>
      </dsp:txBody>
      <dsp:txXfrm>
        <a:off x="17563" y="668112"/>
        <a:ext cx="8080174" cy="324648"/>
      </dsp:txXfrm>
    </dsp:sp>
    <dsp:sp modelId="{EC842190-D6B5-AB46-A9E3-7307F22FDD2D}">
      <dsp:nvSpPr>
        <dsp:cNvPr id="0" name=""/>
        <dsp:cNvSpPr/>
      </dsp:nvSpPr>
      <dsp:spPr>
        <a:xfrm>
          <a:off x="0" y="1010324"/>
          <a:ext cx="8115300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DeepSeek‑R1 Distilled model powers reasoning.</a:t>
          </a:r>
        </a:p>
      </dsp:txBody>
      <dsp:txXfrm>
        <a:off x="0" y="1010324"/>
        <a:ext cx="8115300" cy="248400"/>
      </dsp:txXfrm>
    </dsp:sp>
    <dsp:sp modelId="{28B96F91-12B5-9646-BDA7-1466CB7F8FC3}">
      <dsp:nvSpPr>
        <dsp:cNvPr id="0" name=""/>
        <dsp:cNvSpPr/>
      </dsp:nvSpPr>
      <dsp:spPr>
        <a:xfrm>
          <a:off x="0" y="1258724"/>
          <a:ext cx="8115300" cy="359774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Embeddings</a:t>
          </a:r>
          <a:endParaRPr lang="en-US" sz="1500" kern="1200"/>
        </a:p>
      </dsp:txBody>
      <dsp:txXfrm>
        <a:off x="17563" y="1276287"/>
        <a:ext cx="8080174" cy="324648"/>
      </dsp:txXfrm>
    </dsp:sp>
    <dsp:sp modelId="{CB239B12-946E-6042-986F-FE261B6AFD23}">
      <dsp:nvSpPr>
        <dsp:cNvPr id="0" name=""/>
        <dsp:cNvSpPr/>
      </dsp:nvSpPr>
      <dsp:spPr>
        <a:xfrm>
          <a:off x="0" y="1618499"/>
          <a:ext cx="8115300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Sentence Transformers enable semantic search.</a:t>
          </a:r>
        </a:p>
      </dsp:txBody>
      <dsp:txXfrm>
        <a:off x="0" y="1618499"/>
        <a:ext cx="8115300" cy="248400"/>
      </dsp:txXfrm>
    </dsp:sp>
    <dsp:sp modelId="{335C3093-75FD-8247-8A00-7A736646D4D3}">
      <dsp:nvSpPr>
        <dsp:cNvPr id="0" name=""/>
        <dsp:cNvSpPr/>
      </dsp:nvSpPr>
      <dsp:spPr>
        <a:xfrm>
          <a:off x="0" y="1866899"/>
          <a:ext cx="8115300" cy="359774"/>
        </a:xfrm>
        <a:prstGeom prst="roundRect">
          <a:avLst/>
        </a:prstGeom>
        <a:solidFill>
          <a:schemeClr val="accent2">
            <a:hueOff val="2808912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Vector Store</a:t>
          </a:r>
          <a:endParaRPr lang="en-US" sz="1500" kern="1200"/>
        </a:p>
      </dsp:txBody>
      <dsp:txXfrm>
        <a:off x="17563" y="1884462"/>
        <a:ext cx="8080174" cy="324648"/>
      </dsp:txXfrm>
    </dsp:sp>
    <dsp:sp modelId="{5548A4DC-12A3-B645-B07C-207A302CFB20}">
      <dsp:nvSpPr>
        <dsp:cNvPr id="0" name=""/>
        <dsp:cNvSpPr/>
      </dsp:nvSpPr>
      <dsp:spPr>
        <a:xfrm>
          <a:off x="0" y="2226674"/>
          <a:ext cx="8115300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Chroma stores policy embeddings.</a:t>
          </a:r>
        </a:p>
      </dsp:txBody>
      <dsp:txXfrm>
        <a:off x="0" y="2226674"/>
        <a:ext cx="8115300" cy="248400"/>
      </dsp:txXfrm>
    </dsp:sp>
    <dsp:sp modelId="{05EFF755-FCD2-AB4D-93D7-D64EF689243E}">
      <dsp:nvSpPr>
        <dsp:cNvPr id="0" name=""/>
        <dsp:cNvSpPr/>
      </dsp:nvSpPr>
      <dsp:spPr>
        <a:xfrm>
          <a:off x="0" y="2475074"/>
          <a:ext cx="8115300" cy="359774"/>
        </a:xfrm>
        <a:prstGeom prst="roundRect">
          <a:avLst/>
        </a:prstGeom>
        <a:solidFill>
          <a:schemeClr val="accent2">
            <a:hueOff val="3745216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UI Layer</a:t>
          </a:r>
          <a:endParaRPr lang="en-US" sz="1500" kern="1200"/>
        </a:p>
      </dsp:txBody>
      <dsp:txXfrm>
        <a:off x="17563" y="2492637"/>
        <a:ext cx="8080174" cy="324648"/>
      </dsp:txXfrm>
    </dsp:sp>
    <dsp:sp modelId="{C85DAD11-F7C9-8044-B694-F0481601B02E}">
      <dsp:nvSpPr>
        <dsp:cNvPr id="0" name=""/>
        <dsp:cNvSpPr/>
      </dsp:nvSpPr>
      <dsp:spPr>
        <a:xfrm>
          <a:off x="0" y="2834849"/>
          <a:ext cx="8115300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Gradio provides simple conversational interface.</a:t>
          </a:r>
        </a:p>
      </dsp:txBody>
      <dsp:txXfrm>
        <a:off x="0" y="2834849"/>
        <a:ext cx="8115300" cy="248400"/>
      </dsp:txXfrm>
    </dsp:sp>
    <dsp:sp modelId="{AD532548-F98E-E14C-8BC1-49F0D91EFC03}">
      <dsp:nvSpPr>
        <dsp:cNvPr id="0" name=""/>
        <dsp:cNvSpPr/>
      </dsp:nvSpPr>
      <dsp:spPr>
        <a:xfrm>
          <a:off x="0" y="3083249"/>
          <a:ext cx="8115300" cy="359774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Environment</a:t>
          </a:r>
          <a:endParaRPr lang="en-US" sz="1500" kern="1200"/>
        </a:p>
      </dsp:txBody>
      <dsp:txXfrm>
        <a:off x="17563" y="3100812"/>
        <a:ext cx="8080174" cy="324648"/>
      </dsp:txXfrm>
    </dsp:sp>
    <dsp:sp modelId="{865D07F3-A382-6247-AB2C-D813AB7A9C1D}">
      <dsp:nvSpPr>
        <dsp:cNvPr id="0" name=""/>
        <dsp:cNvSpPr/>
      </dsp:nvSpPr>
      <dsp:spPr>
        <a:xfrm>
          <a:off x="0" y="3443024"/>
          <a:ext cx="8115300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Google Colab used for experimentation.</a:t>
          </a:r>
        </a:p>
      </dsp:txBody>
      <dsp:txXfrm>
        <a:off x="0" y="3443024"/>
        <a:ext cx="8115300" cy="2484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2D88E6-3F49-B348-A73B-571C42EAE3A7}">
      <dsp:nvSpPr>
        <dsp:cNvPr id="0" name=""/>
        <dsp:cNvSpPr/>
      </dsp:nvSpPr>
      <dsp:spPr>
        <a:xfrm>
          <a:off x="0" y="42374"/>
          <a:ext cx="8115300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Policy Q&amp;A Mode</a:t>
          </a:r>
          <a:endParaRPr lang="en-US" sz="1800" kern="1200"/>
        </a:p>
      </dsp:txBody>
      <dsp:txXfrm>
        <a:off x="21075" y="63449"/>
        <a:ext cx="8073150" cy="389580"/>
      </dsp:txXfrm>
    </dsp:sp>
    <dsp:sp modelId="{7C3984F5-4FA1-3044-AD87-B0F79EEF51FB}">
      <dsp:nvSpPr>
        <dsp:cNvPr id="0" name=""/>
        <dsp:cNvSpPr/>
      </dsp:nvSpPr>
      <dsp:spPr>
        <a:xfrm>
          <a:off x="0" y="47410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Users can ask coverage or clause related questions.</a:t>
          </a:r>
        </a:p>
      </dsp:txBody>
      <dsp:txXfrm>
        <a:off x="0" y="474104"/>
        <a:ext cx="8115300" cy="298080"/>
      </dsp:txXfrm>
    </dsp:sp>
    <dsp:sp modelId="{414A6293-FA21-FC4B-9069-0CC58AF4B5C0}">
      <dsp:nvSpPr>
        <dsp:cNvPr id="0" name=""/>
        <dsp:cNvSpPr/>
      </dsp:nvSpPr>
      <dsp:spPr>
        <a:xfrm>
          <a:off x="0" y="772184"/>
          <a:ext cx="8115300" cy="43173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Claim Pre‑check Mode</a:t>
          </a:r>
          <a:endParaRPr lang="en-US" sz="1800" kern="1200"/>
        </a:p>
      </dsp:txBody>
      <dsp:txXfrm>
        <a:off x="21075" y="793259"/>
        <a:ext cx="8073150" cy="389580"/>
      </dsp:txXfrm>
    </dsp:sp>
    <dsp:sp modelId="{F4AF421A-4E36-8946-970B-9915C12B2E59}">
      <dsp:nvSpPr>
        <dsp:cNvPr id="0" name=""/>
        <dsp:cNvSpPr/>
      </dsp:nvSpPr>
      <dsp:spPr>
        <a:xfrm>
          <a:off x="0" y="120391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System evaluates claim likelihood.</a:t>
          </a:r>
        </a:p>
      </dsp:txBody>
      <dsp:txXfrm>
        <a:off x="0" y="1203914"/>
        <a:ext cx="8115300" cy="298080"/>
      </dsp:txXfrm>
    </dsp:sp>
    <dsp:sp modelId="{E23DD1FC-7A80-614C-8500-F5E834636C4B}">
      <dsp:nvSpPr>
        <dsp:cNvPr id="0" name=""/>
        <dsp:cNvSpPr/>
      </dsp:nvSpPr>
      <dsp:spPr>
        <a:xfrm>
          <a:off x="0" y="1501994"/>
          <a:ext cx="8115300" cy="431730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Source Citation</a:t>
          </a:r>
          <a:endParaRPr lang="en-US" sz="1800" kern="1200"/>
        </a:p>
      </dsp:txBody>
      <dsp:txXfrm>
        <a:off x="21075" y="1523069"/>
        <a:ext cx="8073150" cy="389580"/>
      </dsp:txXfrm>
    </dsp:sp>
    <dsp:sp modelId="{EADBB3E8-FCC3-CF4A-9096-99825875F30A}">
      <dsp:nvSpPr>
        <dsp:cNvPr id="0" name=""/>
        <dsp:cNvSpPr/>
      </dsp:nvSpPr>
      <dsp:spPr>
        <a:xfrm>
          <a:off x="0" y="193372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Displays policy page references.</a:t>
          </a:r>
        </a:p>
      </dsp:txBody>
      <dsp:txXfrm>
        <a:off x="0" y="1933724"/>
        <a:ext cx="8115300" cy="298080"/>
      </dsp:txXfrm>
    </dsp:sp>
    <dsp:sp modelId="{E08BE9EF-1823-B746-B9D7-72AD347746AE}">
      <dsp:nvSpPr>
        <dsp:cNvPr id="0" name=""/>
        <dsp:cNvSpPr/>
      </dsp:nvSpPr>
      <dsp:spPr>
        <a:xfrm>
          <a:off x="0" y="2231804"/>
          <a:ext cx="8115300" cy="431730"/>
        </a:xfrm>
        <a:prstGeom prst="round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Grounded Reasoning</a:t>
          </a:r>
          <a:endParaRPr lang="en-US" sz="1800" kern="1200"/>
        </a:p>
      </dsp:txBody>
      <dsp:txXfrm>
        <a:off x="21075" y="2252879"/>
        <a:ext cx="8073150" cy="389580"/>
      </dsp:txXfrm>
    </dsp:sp>
    <dsp:sp modelId="{DA3C94EC-96B0-D240-926C-90D1B42A075C}">
      <dsp:nvSpPr>
        <dsp:cNvPr id="0" name=""/>
        <dsp:cNvSpPr/>
      </dsp:nvSpPr>
      <dsp:spPr>
        <a:xfrm>
          <a:off x="0" y="266353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Answers built using retrieved policy context.</a:t>
          </a:r>
        </a:p>
      </dsp:txBody>
      <dsp:txXfrm>
        <a:off x="0" y="2663534"/>
        <a:ext cx="8115300" cy="298080"/>
      </dsp:txXfrm>
    </dsp:sp>
    <dsp:sp modelId="{54E0FEF7-DCF1-9C4E-9F81-B79CBCA848F9}">
      <dsp:nvSpPr>
        <dsp:cNvPr id="0" name=""/>
        <dsp:cNvSpPr/>
      </dsp:nvSpPr>
      <dsp:spPr>
        <a:xfrm>
          <a:off x="0" y="2961614"/>
          <a:ext cx="8115300" cy="43173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Simple Chat UI</a:t>
          </a:r>
          <a:endParaRPr lang="en-US" sz="1800" kern="1200"/>
        </a:p>
      </dsp:txBody>
      <dsp:txXfrm>
        <a:off x="21075" y="2982689"/>
        <a:ext cx="8073150" cy="389580"/>
      </dsp:txXfrm>
    </dsp:sp>
    <dsp:sp modelId="{5369F78D-E8D9-F543-B6FF-3F2C47AEFF69}">
      <dsp:nvSpPr>
        <dsp:cNvPr id="0" name=""/>
        <dsp:cNvSpPr/>
      </dsp:nvSpPr>
      <dsp:spPr>
        <a:xfrm>
          <a:off x="0" y="339334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Intuitive conversational interaction.</a:t>
          </a:r>
        </a:p>
      </dsp:txBody>
      <dsp:txXfrm>
        <a:off x="0" y="3393344"/>
        <a:ext cx="8115300" cy="2980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F55771-CAEC-714B-838E-83E0445F3588}">
      <dsp:nvSpPr>
        <dsp:cNvPr id="0" name=""/>
        <dsp:cNvSpPr/>
      </dsp:nvSpPr>
      <dsp:spPr>
        <a:xfrm>
          <a:off x="0" y="42374"/>
          <a:ext cx="8115300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Coverage Status</a:t>
          </a:r>
          <a:endParaRPr lang="en-US" sz="1800" kern="1200"/>
        </a:p>
      </dsp:txBody>
      <dsp:txXfrm>
        <a:off x="21075" y="63449"/>
        <a:ext cx="8073150" cy="389580"/>
      </dsp:txXfrm>
    </dsp:sp>
    <dsp:sp modelId="{95E083D9-0245-A147-A042-01A5AD200E07}">
      <dsp:nvSpPr>
        <dsp:cNvPr id="0" name=""/>
        <dsp:cNvSpPr/>
      </dsp:nvSpPr>
      <dsp:spPr>
        <a:xfrm>
          <a:off x="0" y="47410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Indicates Likely Covered / Not Covered / Unclear.</a:t>
          </a:r>
        </a:p>
      </dsp:txBody>
      <dsp:txXfrm>
        <a:off x="0" y="474104"/>
        <a:ext cx="8115300" cy="298080"/>
      </dsp:txXfrm>
    </dsp:sp>
    <dsp:sp modelId="{1F17DDDF-FA22-6940-98DA-D79D39CF08BF}">
      <dsp:nvSpPr>
        <dsp:cNvPr id="0" name=""/>
        <dsp:cNvSpPr/>
      </dsp:nvSpPr>
      <dsp:spPr>
        <a:xfrm>
          <a:off x="0" y="772184"/>
          <a:ext cx="8115300" cy="43173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Policy Reasoning</a:t>
          </a:r>
          <a:endParaRPr lang="en-US" sz="1800" kern="1200"/>
        </a:p>
      </dsp:txBody>
      <dsp:txXfrm>
        <a:off x="21075" y="793259"/>
        <a:ext cx="8073150" cy="389580"/>
      </dsp:txXfrm>
    </dsp:sp>
    <dsp:sp modelId="{A3CDAEB5-5EC1-9344-970D-583CF376CC4A}">
      <dsp:nvSpPr>
        <dsp:cNvPr id="0" name=""/>
        <dsp:cNvSpPr/>
      </dsp:nvSpPr>
      <dsp:spPr>
        <a:xfrm>
          <a:off x="0" y="120391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Explains decision using clause references.</a:t>
          </a:r>
        </a:p>
      </dsp:txBody>
      <dsp:txXfrm>
        <a:off x="0" y="1203914"/>
        <a:ext cx="8115300" cy="298080"/>
      </dsp:txXfrm>
    </dsp:sp>
    <dsp:sp modelId="{42D6C335-4AB4-7C4E-856A-994349B93160}">
      <dsp:nvSpPr>
        <dsp:cNvPr id="0" name=""/>
        <dsp:cNvSpPr/>
      </dsp:nvSpPr>
      <dsp:spPr>
        <a:xfrm>
          <a:off x="0" y="1501994"/>
          <a:ext cx="8115300" cy="431730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Limits &amp; Waiting Periods</a:t>
          </a:r>
          <a:endParaRPr lang="en-US" sz="1800" kern="1200"/>
        </a:p>
      </dsp:txBody>
      <dsp:txXfrm>
        <a:off x="21075" y="1523069"/>
        <a:ext cx="8073150" cy="389580"/>
      </dsp:txXfrm>
    </dsp:sp>
    <dsp:sp modelId="{73BDBF84-584A-4041-B7AD-D0A8464516CE}">
      <dsp:nvSpPr>
        <dsp:cNvPr id="0" name=""/>
        <dsp:cNvSpPr/>
      </dsp:nvSpPr>
      <dsp:spPr>
        <a:xfrm>
          <a:off x="0" y="193372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Highlights constraints impacting eligibility.</a:t>
          </a:r>
        </a:p>
      </dsp:txBody>
      <dsp:txXfrm>
        <a:off x="0" y="1933724"/>
        <a:ext cx="8115300" cy="298080"/>
      </dsp:txXfrm>
    </dsp:sp>
    <dsp:sp modelId="{DA9B3A42-4C5B-634D-81B9-6A94F0E9F72F}">
      <dsp:nvSpPr>
        <dsp:cNvPr id="0" name=""/>
        <dsp:cNvSpPr/>
      </dsp:nvSpPr>
      <dsp:spPr>
        <a:xfrm>
          <a:off x="0" y="2231804"/>
          <a:ext cx="8115300" cy="431730"/>
        </a:xfrm>
        <a:prstGeom prst="round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Document Guidance</a:t>
          </a:r>
          <a:endParaRPr lang="en-US" sz="1800" kern="1200"/>
        </a:p>
      </dsp:txBody>
      <dsp:txXfrm>
        <a:off x="21075" y="2252879"/>
        <a:ext cx="8073150" cy="389580"/>
      </dsp:txXfrm>
    </dsp:sp>
    <dsp:sp modelId="{BEA35866-5558-0343-89D4-067E2E4EB8ED}">
      <dsp:nvSpPr>
        <dsp:cNvPr id="0" name=""/>
        <dsp:cNvSpPr/>
      </dsp:nvSpPr>
      <dsp:spPr>
        <a:xfrm>
          <a:off x="0" y="266353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Suggests required documents.</a:t>
          </a:r>
        </a:p>
      </dsp:txBody>
      <dsp:txXfrm>
        <a:off x="0" y="2663534"/>
        <a:ext cx="8115300" cy="298080"/>
      </dsp:txXfrm>
    </dsp:sp>
    <dsp:sp modelId="{3E466130-2EB1-044D-975B-EF6597A004BA}">
      <dsp:nvSpPr>
        <dsp:cNvPr id="0" name=""/>
        <dsp:cNvSpPr/>
      </dsp:nvSpPr>
      <dsp:spPr>
        <a:xfrm>
          <a:off x="0" y="2961614"/>
          <a:ext cx="8115300" cy="43173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Disclaimer</a:t>
          </a:r>
          <a:endParaRPr lang="en-US" sz="1800" kern="1200"/>
        </a:p>
      </dsp:txBody>
      <dsp:txXfrm>
        <a:off x="21075" y="2982689"/>
        <a:ext cx="8073150" cy="389580"/>
      </dsp:txXfrm>
    </dsp:sp>
    <dsp:sp modelId="{A33F2FB9-8912-5244-A036-A70B45020C81}">
      <dsp:nvSpPr>
        <dsp:cNvPr id="0" name=""/>
        <dsp:cNvSpPr/>
      </dsp:nvSpPr>
      <dsp:spPr>
        <a:xfrm>
          <a:off x="0" y="339334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Clarifies advisory nature of AI output.</a:t>
          </a:r>
        </a:p>
      </dsp:txBody>
      <dsp:txXfrm>
        <a:off x="0" y="3393344"/>
        <a:ext cx="8115300" cy="2980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358525-C888-F04C-9087-F11241C06C5F}">
      <dsp:nvSpPr>
        <dsp:cNvPr id="0" name=""/>
        <dsp:cNvSpPr/>
      </dsp:nvSpPr>
      <dsp:spPr>
        <a:xfrm>
          <a:off x="0" y="42374"/>
          <a:ext cx="8115300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User Query</a:t>
          </a:r>
          <a:endParaRPr lang="en-US" sz="1800" kern="1200"/>
        </a:p>
      </dsp:txBody>
      <dsp:txXfrm>
        <a:off x="21075" y="63449"/>
        <a:ext cx="8073150" cy="389580"/>
      </dsp:txXfrm>
    </dsp:sp>
    <dsp:sp modelId="{A97E6D6D-4941-9046-925A-57D8FDC89FD4}">
      <dsp:nvSpPr>
        <dsp:cNvPr id="0" name=""/>
        <dsp:cNvSpPr/>
      </dsp:nvSpPr>
      <dsp:spPr>
        <a:xfrm>
          <a:off x="0" y="47410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Customer asks a policy or claim question.</a:t>
          </a:r>
        </a:p>
      </dsp:txBody>
      <dsp:txXfrm>
        <a:off x="0" y="474104"/>
        <a:ext cx="8115300" cy="298080"/>
      </dsp:txXfrm>
    </dsp:sp>
    <dsp:sp modelId="{E6BB6C97-640A-D443-B601-8E855270AA84}">
      <dsp:nvSpPr>
        <dsp:cNvPr id="0" name=""/>
        <dsp:cNvSpPr/>
      </dsp:nvSpPr>
      <dsp:spPr>
        <a:xfrm>
          <a:off x="0" y="772184"/>
          <a:ext cx="8115300" cy="43173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Clause Retrieval</a:t>
          </a:r>
          <a:endParaRPr lang="en-US" sz="1800" kern="1200"/>
        </a:p>
      </dsp:txBody>
      <dsp:txXfrm>
        <a:off x="21075" y="793259"/>
        <a:ext cx="8073150" cy="389580"/>
      </dsp:txXfrm>
    </dsp:sp>
    <dsp:sp modelId="{5E8C272D-B580-584F-BF56-4D08C755F0F7}">
      <dsp:nvSpPr>
        <dsp:cNvPr id="0" name=""/>
        <dsp:cNvSpPr/>
      </dsp:nvSpPr>
      <dsp:spPr>
        <a:xfrm>
          <a:off x="0" y="120391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System finds relevant policy sections.</a:t>
          </a:r>
        </a:p>
      </dsp:txBody>
      <dsp:txXfrm>
        <a:off x="0" y="1203914"/>
        <a:ext cx="8115300" cy="298080"/>
      </dsp:txXfrm>
    </dsp:sp>
    <dsp:sp modelId="{03A0B593-3E38-6743-A3DD-A2222426F415}">
      <dsp:nvSpPr>
        <dsp:cNvPr id="0" name=""/>
        <dsp:cNvSpPr/>
      </dsp:nvSpPr>
      <dsp:spPr>
        <a:xfrm>
          <a:off x="0" y="1501994"/>
          <a:ext cx="8115300" cy="431730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LLM Response</a:t>
          </a:r>
          <a:endParaRPr lang="en-US" sz="1800" kern="1200"/>
        </a:p>
      </dsp:txBody>
      <dsp:txXfrm>
        <a:off x="21075" y="1523069"/>
        <a:ext cx="8073150" cy="389580"/>
      </dsp:txXfrm>
    </dsp:sp>
    <dsp:sp modelId="{3C4B3B6F-7A13-854C-87B9-426C794EDD3E}">
      <dsp:nvSpPr>
        <dsp:cNvPr id="0" name=""/>
        <dsp:cNvSpPr/>
      </dsp:nvSpPr>
      <dsp:spPr>
        <a:xfrm>
          <a:off x="0" y="193372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AI generates contextual grounded answer.</a:t>
          </a:r>
        </a:p>
      </dsp:txBody>
      <dsp:txXfrm>
        <a:off x="0" y="1933724"/>
        <a:ext cx="8115300" cy="298080"/>
      </dsp:txXfrm>
    </dsp:sp>
    <dsp:sp modelId="{47E8D6EC-4370-174C-AFE0-65B9787200B0}">
      <dsp:nvSpPr>
        <dsp:cNvPr id="0" name=""/>
        <dsp:cNvSpPr/>
      </dsp:nvSpPr>
      <dsp:spPr>
        <a:xfrm>
          <a:off x="0" y="2231804"/>
          <a:ext cx="8115300" cy="431730"/>
        </a:xfrm>
        <a:prstGeom prst="round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Citation Display</a:t>
          </a:r>
          <a:endParaRPr lang="en-US" sz="1800" kern="1200"/>
        </a:p>
      </dsp:txBody>
      <dsp:txXfrm>
        <a:off x="21075" y="2252879"/>
        <a:ext cx="8073150" cy="389580"/>
      </dsp:txXfrm>
    </dsp:sp>
    <dsp:sp modelId="{3D213345-5408-8340-A9BB-8784A4982DAB}">
      <dsp:nvSpPr>
        <dsp:cNvPr id="0" name=""/>
        <dsp:cNvSpPr/>
      </dsp:nvSpPr>
      <dsp:spPr>
        <a:xfrm>
          <a:off x="0" y="266353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Shows policy page reference.</a:t>
          </a:r>
        </a:p>
      </dsp:txBody>
      <dsp:txXfrm>
        <a:off x="0" y="2663534"/>
        <a:ext cx="8115300" cy="298080"/>
      </dsp:txXfrm>
    </dsp:sp>
    <dsp:sp modelId="{18326C6D-0B94-9B4F-B77E-D474D9167770}">
      <dsp:nvSpPr>
        <dsp:cNvPr id="0" name=""/>
        <dsp:cNvSpPr/>
      </dsp:nvSpPr>
      <dsp:spPr>
        <a:xfrm>
          <a:off x="0" y="2961614"/>
          <a:ext cx="8115300" cy="43173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Claim Scenario</a:t>
          </a:r>
          <a:endParaRPr lang="en-US" sz="1800" kern="1200"/>
        </a:p>
      </dsp:txBody>
      <dsp:txXfrm>
        <a:off x="21075" y="2982689"/>
        <a:ext cx="8073150" cy="389580"/>
      </dsp:txXfrm>
    </dsp:sp>
    <dsp:sp modelId="{63C38993-66BF-4949-9892-75640184EA34}">
      <dsp:nvSpPr>
        <dsp:cNvPr id="0" name=""/>
        <dsp:cNvSpPr/>
      </dsp:nvSpPr>
      <dsp:spPr>
        <a:xfrm>
          <a:off x="0" y="339334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Demonstrates pre‑check automation.</a:t>
          </a:r>
        </a:p>
      </dsp:txBody>
      <dsp:txXfrm>
        <a:off x="0" y="3393344"/>
        <a:ext cx="8115300" cy="2980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E7EFBE-158E-2C4E-86A9-5FA1123B5C81}">
      <dsp:nvSpPr>
        <dsp:cNvPr id="0" name=""/>
        <dsp:cNvSpPr/>
      </dsp:nvSpPr>
      <dsp:spPr>
        <a:xfrm>
          <a:off x="0" y="1829"/>
          <a:ext cx="8115300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Reduced Support Load</a:t>
          </a:r>
          <a:endParaRPr lang="en-US" sz="2300" kern="1200"/>
        </a:p>
      </dsp:txBody>
      <dsp:txXfrm>
        <a:off x="26930" y="28759"/>
        <a:ext cx="8061440" cy="497795"/>
      </dsp:txXfrm>
    </dsp:sp>
    <dsp:sp modelId="{DB076EFE-EED5-D54A-80E7-ED7C8ED12A33}">
      <dsp:nvSpPr>
        <dsp:cNvPr id="0" name=""/>
        <dsp:cNvSpPr/>
      </dsp:nvSpPr>
      <dsp:spPr>
        <a:xfrm>
          <a:off x="0" y="553484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Minimizes repetitive policy queries.</a:t>
          </a:r>
        </a:p>
      </dsp:txBody>
      <dsp:txXfrm>
        <a:off x="0" y="553484"/>
        <a:ext cx="8115300" cy="380880"/>
      </dsp:txXfrm>
    </dsp:sp>
    <dsp:sp modelId="{E29FF330-1B45-B64E-B251-39E6466B06C2}">
      <dsp:nvSpPr>
        <dsp:cNvPr id="0" name=""/>
        <dsp:cNvSpPr/>
      </dsp:nvSpPr>
      <dsp:spPr>
        <a:xfrm>
          <a:off x="0" y="934364"/>
          <a:ext cx="8115300" cy="551655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Faster Claim Submission</a:t>
          </a:r>
          <a:endParaRPr lang="en-US" sz="2300" kern="1200"/>
        </a:p>
      </dsp:txBody>
      <dsp:txXfrm>
        <a:off x="26930" y="961294"/>
        <a:ext cx="8061440" cy="497795"/>
      </dsp:txXfrm>
    </dsp:sp>
    <dsp:sp modelId="{CBEF3206-1D8E-F446-B3B6-DF96E553874E}">
      <dsp:nvSpPr>
        <dsp:cNvPr id="0" name=""/>
        <dsp:cNvSpPr/>
      </dsp:nvSpPr>
      <dsp:spPr>
        <a:xfrm>
          <a:off x="0" y="1486019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Improves readiness before filing.</a:t>
          </a:r>
        </a:p>
      </dsp:txBody>
      <dsp:txXfrm>
        <a:off x="0" y="1486019"/>
        <a:ext cx="8115300" cy="380880"/>
      </dsp:txXfrm>
    </dsp:sp>
    <dsp:sp modelId="{F7A2A0B8-D9A2-C049-B73B-A4716715602C}">
      <dsp:nvSpPr>
        <dsp:cNvPr id="0" name=""/>
        <dsp:cNvSpPr/>
      </dsp:nvSpPr>
      <dsp:spPr>
        <a:xfrm>
          <a:off x="0" y="1866899"/>
          <a:ext cx="8115300" cy="55165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Higher First‑Time‑Right Claims</a:t>
          </a:r>
          <a:endParaRPr lang="en-US" sz="2300" kern="1200"/>
        </a:p>
      </dsp:txBody>
      <dsp:txXfrm>
        <a:off x="26930" y="1893829"/>
        <a:ext cx="8061440" cy="497795"/>
      </dsp:txXfrm>
    </dsp:sp>
    <dsp:sp modelId="{408AC03F-2356-E940-967E-1C3754D82248}">
      <dsp:nvSpPr>
        <dsp:cNvPr id="0" name=""/>
        <dsp:cNvSpPr/>
      </dsp:nvSpPr>
      <dsp:spPr>
        <a:xfrm>
          <a:off x="0" y="2418554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Reduces rework and delays.</a:t>
          </a:r>
        </a:p>
      </dsp:txBody>
      <dsp:txXfrm>
        <a:off x="0" y="2418554"/>
        <a:ext cx="8115300" cy="380880"/>
      </dsp:txXfrm>
    </dsp:sp>
    <dsp:sp modelId="{A691949A-5857-AA4C-B7C2-A28CFDFCB95D}">
      <dsp:nvSpPr>
        <dsp:cNvPr id="0" name=""/>
        <dsp:cNvSpPr/>
      </dsp:nvSpPr>
      <dsp:spPr>
        <a:xfrm>
          <a:off x="0" y="2799434"/>
          <a:ext cx="8115300" cy="551655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Better Customer Experience</a:t>
          </a:r>
          <a:endParaRPr lang="en-US" sz="2300" kern="1200"/>
        </a:p>
      </dsp:txBody>
      <dsp:txXfrm>
        <a:off x="26930" y="2826364"/>
        <a:ext cx="8061440" cy="497795"/>
      </dsp:txXfrm>
    </dsp:sp>
    <dsp:sp modelId="{B6730482-71AA-454B-85E0-47FFB9F6A20C}">
      <dsp:nvSpPr>
        <dsp:cNvPr id="0" name=""/>
        <dsp:cNvSpPr/>
      </dsp:nvSpPr>
      <dsp:spPr>
        <a:xfrm>
          <a:off x="0" y="3351089"/>
          <a:ext cx="81153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Provides instant clarity.</a:t>
          </a:r>
        </a:p>
      </dsp:txBody>
      <dsp:txXfrm>
        <a:off x="0" y="3351089"/>
        <a:ext cx="8115300" cy="3808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348161-8A51-7944-8268-97039BC62DC3}">
      <dsp:nvSpPr>
        <dsp:cNvPr id="0" name=""/>
        <dsp:cNvSpPr/>
      </dsp:nvSpPr>
      <dsp:spPr>
        <a:xfrm>
          <a:off x="0" y="42374"/>
          <a:ext cx="8115300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Multi‑Policy Intelligence</a:t>
          </a:r>
          <a:endParaRPr lang="en-US" sz="1800" kern="1200"/>
        </a:p>
      </dsp:txBody>
      <dsp:txXfrm>
        <a:off x="21075" y="63449"/>
        <a:ext cx="8073150" cy="389580"/>
      </dsp:txXfrm>
    </dsp:sp>
    <dsp:sp modelId="{9CD81389-A185-FD40-93DC-255DA9413208}">
      <dsp:nvSpPr>
        <dsp:cNvPr id="0" name=""/>
        <dsp:cNvSpPr/>
      </dsp:nvSpPr>
      <dsp:spPr>
        <a:xfrm>
          <a:off x="0" y="47410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Support multiple policy documents.</a:t>
          </a:r>
        </a:p>
      </dsp:txBody>
      <dsp:txXfrm>
        <a:off x="0" y="474104"/>
        <a:ext cx="8115300" cy="298080"/>
      </dsp:txXfrm>
    </dsp:sp>
    <dsp:sp modelId="{1B83D94D-FABB-9C40-B338-207EF2EF8435}">
      <dsp:nvSpPr>
        <dsp:cNvPr id="0" name=""/>
        <dsp:cNvSpPr/>
      </dsp:nvSpPr>
      <dsp:spPr>
        <a:xfrm>
          <a:off x="0" y="772184"/>
          <a:ext cx="8115300" cy="43173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Structured Clause Extraction</a:t>
          </a:r>
          <a:endParaRPr lang="en-US" sz="1800" kern="1200"/>
        </a:p>
      </dsp:txBody>
      <dsp:txXfrm>
        <a:off x="21075" y="793259"/>
        <a:ext cx="8073150" cy="389580"/>
      </dsp:txXfrm>
    </dsp:sp>
    <dsp:sp modelId="{51B88A03-381A-044F-ABAC-CFC2E20A1867}">
      <dsp:nvSpPr>
        <dsp:cNvPr id="0" name=""/>
        <dsp:cNvSpPr/>
      </dsp:nvSpPr>
      <dsp:spPr>
        <a:xfrm>
          <a:off x="0" y="120391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Improve reasoning accuracy.</a:t>
          </a:r>
        </a:p>
      </dsp:txBody>
      <dsp:txXfrm>
        <a:off x="0" y="1203914"/>
        <a:ext cx="8115300" cy="298080"/>
      </dsp:txXfrm>
    </dsp:sp>
    <dsp:sp modelId="{9D859C5D-9B70-4943-8AC6-2214617C1123}">
      <dsp:nvSpPr>
        <dsp:cNvPr id="0" name=""/>
        <dsp:cNvSpPr/>
      </dsp:nvSpPr>
      <dsp:spPr>
        <a:xfrm>
          <a:off x="0" y="1501994"/>
          <a:ext cx="8115300" cy="431730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Confidence Scoring</a:t>
          </a:r>
          <a:endParaRPr lang="en-US" sz="1800" kern="1200"/>
        </a:p>
      </dsp:txBody>
      <dsp:txXfrm>
        <a:off x="21075" y="1523069"/>
        <a:ext cx="8073150" cy="389580"/>
      </dsp:txXfrm>
    </dsp:sp>
    <dsp:sp modelId="{695B29D9-6A3C-7A40-8324-BC42F0A75E65}">
      <dsp:nvSpPr>
        <dsp:cNvPr id="0" name=""/>
        <dsp:cNvSpPr/>
      </dsp:nvSpPr>
      <dsp:spPr>
        <a:xfrm>
          <a:off x="0" y="193372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Indicate reliability of AI responses.</a:t>
          </a:r>
        </a:p>
      </dsp:txBody>
      <dsp:txXfrm>
        <a:off x="0" y="1933724"/>
        <a:ext cx="8115300" cy="298080"/>
      </dsp:txXfrm>
    </dsp:sp>
    <dsp:sp modelId="{1385EEAB-6E75-2F49-B30E-54A36C9B575F}">
      <dsp:nvSpPr>
        <dsp:cNvPr id="0" name=""/>
        <dsp:cNvSpPr/>
      </dsp:nvSpPr>
      <dsp:spPr>
        <a:xfrm>
          <a:off x="0" y="2231804"/>
          <a:ext cx="8115300" cy="431730"/>
        </a:xfrm>
        <a:prstGeom prst="round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Section‑Aware Retrieval</a:t>
          </a:r>
          <a:endParaRPr lang="en-US" sz="1800" kern="1200"/>
        </a:p>
      </dsp:txBody>
      <dsp:txXfrm>
        <a:off x="21075" y="2252879"/>
        <a:ext cx="8073150" cy="389580"/>
      </dsp:txXfrm>
    </dsp:sp>
    <dsp:sp modelId="{1447CC81-DBF4-E342-A4E7-4D2CDAB0FE21}">
      <dsp:nvSpPr>
        <dsp:cNvPr id="0" name=""/>
        <dsp:cNvSpPr/>
      </dsp:nvSpPr>
      <dsp:spPr>
        <a:xfrm>
          <a:off x="0" y="266353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Better semantic ranking.</a:t>
          </a:r>
        </a:p>
      </dsp:txBody>
      <dsp:txXfrm>
        <a:off x="0" y="2663534"/>
        <a:ext cx="8115300" cy="298080"/>
      </dsp:txXfrm>
    </dsp:sp>
    <dsp:sp modelId="{AC76E14F-4D15-AD40-8398-4CF4AB817A45}">
      <dsp:nvSpPr>
        <dsp:cNvPr id="0" name=""/>
        <dsp:cNvSpPr/>
      </dsp:nvSpPr>
      <dsp:spPr>
        <a:xfrm>
          <a:off x="0" y="2961614"/>
          <a:ext cx="8115300" cy="43173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Voice Interface</a:t>
          </a:r>
          <a:endParaRPr lang="en-US" sz="1800" kern="1200"/>
        </a:p>
      </dsp:txBody>
      <dsp:txXfrm>
        <a:off x="21075" y="2982689"/>
        <a:ext cx="8073150" cy="389580"/>
      </dsp:txXfrm>
    </dsp:sp>
    <dsp:sp modelId="{67A525AE-4D56-AA47-ACCE-68E64318FCE2}">
      <dsp:nvSpPr>
        <dsp:cNvPr id="0" name=""/>
        <dsp:cNvSpPr/>
      </dsp:nvSpPr>
      <dsp:spPr>
        <a:xfrm>
          <a:off x="0" y="3393344"/>
          <a:ext cx="81153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7661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Enable conversational voice interaction.</a:t>
          </a:r>
        </a:p>
      </dsp:txBody>
      <dsp:txXfrm>
        <a:off x="0" y="3393344"/>
        <a:ext cx="8115300" cy="29808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82BE19-B5B0-854E-B35B-78A8E0621FED}">
      <dsp:nvSpPr>
        <dsp:cNvPr id="0" name=""/>
        <dsp:cNvSpPr/>
      </dsp:nvSpPr>
      <dsp:spPr>
        <a:xfrm>
          <a:off x="2536" y="643961"/>
          <a:ext cx="2472630" cy="8359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Transformational Potential</a:t>
          </a:r>
          <a:endParaRPr lang="en-US" sz="2300" kern="1200"/>
        </a:p>
      </dsp:txBody>
      <dsp:txXfrm>
        <a:off x="2536" y="643961"/>
        <a:ext cx="2472630" cy="835933"/>
      </dsp:txXfrm>
    </dsp:sp>
    <dsp:sp modelId="{17CB84B5-DC5A-114A-9FCE-E9AF23EB6635}">
      <dsp:nvSpPr>
        <dsp:cNvPr id="0" name=""/>
        <dsp:cNvSpPr/>
      </dsp:nvSpPr>
      <dsp:spPr>
        <a:xfrm>
          <a:off x="2536" y="1479895"/>
          <a:ext cx="2472630" cy="160994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LLM + RAG can modernize support workflows.</a:t>
          </a:r>
        </a:p>
      </dsp:txBody>
      <dsp:txXfrm>
        <a:off x="2536" y="1479895"/>
        <a:ext cx="2472630" cy="1609942"/>
      </dsp:txXfrm>
    </dsp:sp>
    <dsp:sp modelId="{57453160-E564-514E-AA57-05D0CDE821EC}">
      <dsp:nvSpPr>
        <dsp:cNvPr id="0" name=""/>
        <dsp:cNvSpPr/>
      </dsp:nvSpPr>
      <dsp:spPr>
        <a:xfrm>
          <a:off x="2821334" y="643961"/>
          <a:ext cx="2472630" cy="835933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60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Accurate Assistance</a:t>
          </a:r>
          <a:endParaRPr lang="en-US" sz="2300" kern="1200"/>
        </a:p>
      </dsp:txBody>
      <dsp:txXfrm>
        <a:off x="2821334" y="643961"/>
        <a:ext cx="2472630" cy="835933"/>
      </dsp:txXfrm>
    </dsp:sp>
    <dsp:sp modelId="{FD55DA57-C6D2-8A4B-ABFD-356F6E7FD3D7}">
      <dsp:nvSpPr>
        <dsp:cNvPr id="0" name=""/>
        <dsp:cNvSpPr/>
      </dsp:nvSpPr>
      <dsp:spPr>
        <a:xfrm>
          <a:off x="2821334" y="1479895"/>
          <a:ext cx="2472630" cy="1609942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Grounded responses improve trust.</a:t>
          </a:r>
        </a:p>
      </dsp:txBody>
      <dsp:txXfrm>
        <a:off x="2821334" y="1479895"/>
        <a:ext cx="2472630" cy="1609942"/>
      </dsp:txXfrm>
    </dsp:sp>
    <dsp:sp modelId="{18A89680-08E3-AD43-A01E-9458937476AF}">
      <dsp:nvSpPr>
        <dsp:cNvPr id="0" name=""/>
        <dsp:cNvSpPr/>
      </dsp:nvSpPr>
      <dsp:spPr>
        <a:xfrm>
          <a:off x="5640133" y="643961"/>
          <a:ext cx="2472630" cy="835933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20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Operational Efficiency</a:t>
          </a:r>
          <a:endParaRPr lang="en-US" sz="2300" kern="1200"/>
        </a:p>
      </dsp:txBody>
      <dsp:txXfrm>
        <a:off x="5640133" y="643961"/>
        <a:ext cx="2472630" cy="835933"/>
      </dsp:txXfrm>
    </dsp:sp>
    <dsp:sp modelId="{C5B86A41-E64F-9148-B3D5-E2F3A057A12F}">
      <dsp:nvSpPr>
        <dsp:cNvPr id="0" name=""/>
        <dsp:cNvSpPr/>
      </dsp:nvSpPr>
      <dsp:spPr>
        <a:xfrm>
          <a:off x="5640133" y="1479895"/>
          <a:ext cx="2472630" cy="1609942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Automation reduces cost and delays.</a:t>
          </a:r>
        </a:p>
      </dsp:txBody>
      <dsp:txXfrm>
        <a:off x="5640133" y="1479895"/>
        <a:ext cx="2472630" cy="16099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F205A-C75A-191D-CDBB-E7A53968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BF653-EDFB-A8A5-0640-1F0D78B62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IN" sz="4000"/>
              <a:t>AI Copilot for Smarter Insurance Support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CAB94-6BE5-A586-182F-9CB4DB342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r>
              <a:rPr lang="en-US" sz="2100"/>
              <a:t>Created by FNU Raja Bhaiya</a:t>
            </a:r>
          </a:p>
          <a:p>
            <a:endParaRPr lang="en-US" sz="2100"/>
          </a:p>
          <a:p>
            <a:r>
              <a:rPr lang="en-US" sz="2100"/>
              <a:t>Access URL : https://huggingface.co/spaces/niranjan9795/PolicyChatBot</a:t>
            </a:r>
            <a:br>
              <a:rPr lang="en-US" sz="2100"/>
            </a:b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318279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IN" sz="3200"/>
              <a:t>AI Copilot for Smarter Insurance Support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B89E18-E64B-844A-126C-0DAB22F18A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652536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000"/>
              <a:t>Policy Understanding Challenges Delay Claims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8B2BCA-5ACB-B115-767F-F346C60619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4429328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500"/>
              <a:t>AI Copilot Converts Policy PDFs into Actionable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5DFCBC-8405-CC93-BC65-410FB26C5E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2916087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700"/>
              <a:t>RAG Enables Trustworthy Insurance Intelligence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786DB4-F1EC-6CFF-E499-389D2CAF2E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0649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546"/>
          </a:xfrm>
        </p:spPr>
        <p:txBody>
          <a:bodyPr>
            <a:normAutofit fontScale="90000"/>
          </a:bodyPr>
          <a:lstStyle/>
          <a:p>
            <a:endParaRPr dirty="0"/>
          </a:p>
        </p:txBody>
      </p:sp>
      <p:pic>
        <p:nvPicPr>
          <p:cNvPr id="13" name="Picture 12" descr="A diagram of a high level architecture&#10;&#10;AI-generated content may be incorrect.">
            <a:extLst>
              <a:ext uri="{FF2B5EF4-FFF2-40B4-BE49-F238E27FC236}">
                <a16:creationId xmlns:a16="http://schemas.microsoft.com/office/drawing/2014/main" id="{3490FE13-B8D7-A018-C887-BAF1E1805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303543" cy="701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IN" sz="3500"/>
              <a:t>Technology Stack Enabling the Copilot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F44C07-2174-FAED-9B63-38E4732BB6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179041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IN" sz="3500"/>
              <a:t>Core Features Delivered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72B3F4-B4C7-7A30-695D-65776F95B0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6639329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IN" sz="3500"/>
              <a:t>Claim Pre‑check Decision Intelligence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475598-2D5E-BB09-68CE-91F169F302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28387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700"/>
              <a:t>Demo Flow — From Query to Grounded Decision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570739-7884-CAFD-C83D-CF9C68A7AC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402856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IN" sz="3500"/>
              <a:t>Business Impact and Value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3D0DCC-C069-3477-D8B7-426C8F3D2C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1933503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IN" sz="3500"/>
              <a:t>Future Enhancements and Scalability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BB37D4-7D5C-95AC-D360-18A3BD3809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5176791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200"/>
              <a:t>Conclusion — AI Grounding is the Future of Insurance Support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294843-6997-A692-A805-539AD9A2F9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12107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516</Words>
  <Application>Microsoft Macintosh PowerPoint</Application>
  <PresentationFormat>On-screen Show (4:3)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AI Copilot for Smarter Insurance Support</vt:lpstr>
      <vt:lpstr>AI Copilot for Smarter Insurance Support</vt:lpstr>
      <vt:lpstr>Policy Understanding Challenges Delay Claims</vt:lpstr>
      <vt:lpstr>AI Copilot Converts Policy PDFs into Actionable Insights</vt:lpstr>
      <vt:lpstr>RAG Enables Trustworthy Insurance Intelligence</vt:lpstr>
      <vt:lpstr>PowerPoint Presentation</vt:lpstr>
      <vt:lpstr>Technology Stack Enabling the Copilot</vt:lpstr>
      <vt:lpstr>Core Features Delivered</vt:lpstr>
      <vt:lpstr>Claim Pre‑check Decision Intelligence</vt:lpstr>
      <vt:lpstr>Demo Flow — From Query to Grounded Decision</vt:lpstr>
      <vt:lpstr>Business Impact and Value</vt:lpstr>
      <vt:lpstr>Future Enhancements and Scalability</vt:lpstr>
      <vt:lpstr>Conclusion — AI Grounding is the Future of Insurance Support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4</cp:revision>
  <dcterms:created xsi:type="dcterms:W3CDTF">2013-01-27T09:14:16Z</dcterms:created>
  <dcterms:modified xsi:type="dcterms:W3CDTF">2026-03-16T05:51:40Z</dcterms:modified>
  <cp:category/>
</cp:coreProperties>
</file>